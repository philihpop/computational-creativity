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p:sldMasterIdLst>
    <p:sldMasterId id="2147483648" r:id="rId4"/>
  </p:sldMasterIdLst>
  <p:notesMasterIdLst>
    <p:notesMasterId r:id="rId13"/>
  </p:notesMasterIdLst>
  <p:handoutMasterIdLst>
    <p:handoutMasterId r:id="rId14"/>
  </p:handoutMasterIdLst>
  <p:sldIdLst>
    <p:sldId id="256" r:id="rId5"/>
    <p:sldId id="270" r:id="rId6"/>
    <p:sldId id="272" r:id="rId7"/>
    <p:sldId id="273" r:id="rId8"/>
    <p:sldId id="274" r:id="rId9"/>
    <p:sldId id="275" r:id="rId10"/>
    <p:sldId id="276" r:id="rId11"/>
    <p:sldId id="269" r:id="rId12"/>
  </p:sldIdLst>
  <p:sldSz cx="12198350" cy="6858000"/>
  <p:notesSz cx="6858000" cy="9144000"/>
  <p:embeddedFontLst>
    <p:embeddedFont>
      <p:font typeface="Georgia" panose="02040502050405020303" pitchFamily="18" charset="0"/>
      <p:regular r:id="rId15"/>
      <p:bold r:id="rId16"/>
      <p:italic r:id="rId17"/>
      <p:boldItalic r:id="rId18"/>
    </p:embeddedFont>
    <p:embeddedFont>
      <p:font typeface="Minion" panose="020B0604020202020204"/>
      <p:regular r:id="rId19"/>
      <p:bold r:id="rId20"/>
      <p:italic r:id="rId21"/>
      <p:boldItalic r:id="rId22"/>
    </p:embeddedFont>
  </p:embeddedFontLst>
  <p:custDataLst>
    <p:tags r:id="rId23"/>
  </p:custData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A52AD1-8B3C-41F6-AFA7-14FA0E86820F}">
          <p14:sldIdLst>
            <p14:sldId id="256"/>
            <p14:sldId id="270"/>
            <p14:sldId id="272"/>
            <p14:sldId id="273"/>
            <p14:sldId id="274"/>
            <p14:sldId id="275"/>
            <p14:sldId id="276"/>
            <p14:sldId id="269"/>
          </p14:sldIdLst>
        </p14:section>
        <p14:section name="Untitled Section" id="{3A5E2B8E-88B9-4286-9278-3A20A47B4D33}">
          <p14:sldIdLst/>
        </p14:section>
      </p14:sectionLst>
    </p:ext>
    <p:ext uri="{EFAFB233-063F-42B5-8137-9DF3F51BA10A}">
      <p15:sldGuideLst xmlns:p15="http://schemas.microsoft.com/office/powerpoint/2012/main">
        <p15:guide id="1" orient="horz" pos="2160">
          <p15:clr>
            <a:srgbClr val="A4A3A4"/>
          </p15:clr>
        </p15:guide>
        <p15:guide id="2" pos="384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B308"/>
    <a:srgbClr val="FEF9C3"/>
    <a:srgbClr val="22C55E"/>
    <a:srgbClr val="DCFCE7"/>
    <a:srgbClr val="FFFFFF"/>
    <a:srgbClr val="8592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7435" autoAdjust="0"/>
  </p:normalViewPr>
  <p:slideViewPr>
    <p:cSldViewPr>
      <p:cViewPr varScale="1">
        <p:scale>
          <a:sx n="128" d="100"/>
          <a:sy n="128" d="100"/>
        </p:scale>
        <p:origin x="1506" y="120"/>
      </p:cViewPr>
      <p:guideLst>
        <p:guide orient="horz" pos="2160"/>
        <p:guide pos="3842"/>
      </p:guideLst>
    </p:cSldViewPr>
  </p:slideViewPr>
  <p:notesTextViewPr>
    <p:cViewPr>
      <p:scale>
        <a:sx n="1" d="1"/>
        <a:sy n="1" d="1"/>
      </p:scale>
      <p:origin x="0" y="0"/>
    </p:cViewPr>
  </p:notesTextViewPr>
  <p:notesViewPr>
    <p:cSldViewPr>
      <p:cViewPr varScale="1">
        <p:scale>
          <a:sx n="101" d="100"/>
          <a:sy n="101" d="100"/>
        </p:scale>
        <p:origin x="-352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F068446-54CF-4267-A5BD-FA01909E96A2}" type="datetimeFigureOut">
              <a:rPr lang="nl-NL" smtClean="0"/>
              <a:t>17-11-2025</a:t>
            </a:fld>
            <a:endParaRPr lang="nl-NL"/>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AF345F5-224F-42F7-8104-3FF77BEE4CD0}" type="slidenum">
              <a:rPr lang="nl-NL" smtClean="0"/>
              <a:t>‹#›</a:t>
            </a:fld>
            <a:endParaRPr lang="nl-NL"/>
          </a:p>
        </p:txBody>
      </p:sp>
    </p:spTree>
    <p:extLst>
      <p:ext uri="{BB962C8B-B14F-4D97-AF65-F5344CB8AC3E}">
        <p14:creationId xmlns:p14="http://schemas.microsoft.com/office/powerpoint/2010/main" val="28108302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698784-F1F2-4D71-B346-94F94D5EBAA2}" type="datetimeFigureOut">
              <a:rPr lang="nl-NL" smtClean="0"/>
              <a:t>17-11-2025</a:t>
            </a:fld>
            <a:endParaRPr lang="nl-NL"/>
          </a:p>
        </p:txBody>
      </p:sp>
      <p:sp>
        <p:nvSpPr>
          <p:cNvPr id="4" name="Tijdelijke aanduiding voor dia-afbeelding 3"/>
          <p:cNvSpPr>
            <a:spLocks noGrp="1" noRot="1" noChangeAspect="1"/>
          </p:cNvSpPr>
          <p:nvPr>
            <p:ph type="sldImg" idx="2"/>
          </p:nvPr>
        </p:nvSpPr>
        <p:spPr>
          <a:xfrm>
            <a:off x="379413" y="685800"/>
            <a:ext cx="6099175"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2ECD43-08E5-4945-BC4F-4857758E978F}" type="slidenum">
              <a:rPr lang="nl-NL" smtClean="0"/>
              <a:t>‹#›</a:t>
            </a:fld>
            <a:endParaRPr lang="nl-NL"/>
          </a:p>
        </p:txBody>
      </p:sp>
    </p:spTree>
    <p:extLst>
      <p:ext uri="{BB962C8B-B14F-4D97-AF65-F5344CB8AC3E}">
        <p14:creationId xmlns:p14="http://schemas.microsoft.com/office/powerpoint/2010/main" val="256351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presenting a novel approach to music creation that combines the generative power of language models with the creative control that </a:t>
            </a:r>
            <a:r>
              <a:rPr lang="en-US" altLang="zh-CN" dirty="0"/>
              <a:t>real </a:t>
            </a:r>
            <a:r>
              <a:rPr lang="en-US" dirty="0"/>
              <a:t>musicians demand. Rather than asking AI to generate a complete track that you either accept or reject, we're building a system where AI and humans collaborate in real-time within Ableton Live, one of the industry-standard music production tools. This is enabled through the Model Context Protocol—MCP—which acts as the communication bridge between the AI and the </a:t>
            </a:r>
            <a:r>
              <a:rPr lang="en-US" altLang="zh-CN" dirty="0"/>
              <a:t>digital audio workstation</a:t>
            </a:r>
            <a:r>
              <a:rPr lang="en-US" dirty="0"/>
              <a:t>.</a:t>
            </a:r>
            <a:endParaRPr lang="nl-NL" dirty="0"/>
          </a:p>
        </p:txBody>
      </p:sp>
      <p:sp>
        <p:nvSpPr>
          <p:cNvPr id="4" name="Slide Number Placeholder 3"/>
          <p:cNvSpPr>
            <a:spLocks noGrp="1"/>
          </p:cNvSpPr>
          <p:nvPr>
            <p:ph type="sldNum" sz="quarter" idx="10"/>
          </p:nvPr>
        </p:nvSpPr>
        <p:spPr/>
        <p:txBody>
          <a:bodyPr/>
          <a:lstStyle/>
          <a:p>
            <a:fld id="{812ECD43-08E5-4945-BC4F-4857758E978F}" type="slidenum">
              <a:rPr lang="nl-NL" smtClean="0"/>
              <a:t>0</a:t>
            </a:fld>
            <a:endParaRPr lang="nl-NL"/>
          </a:p>
        </p:txBody>
      </p:sp>
    </p:spTree>
    <p:extLst>
      <p:ext uri="{BB962C8B-B14F-4D97-AF65-F5344CB8AC3E}">
        <p14:creationId xmlns:p14="http://schemas.microsoft.com/office/powerpoint/2010/main" val="1554534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music-generation tools work in a pretty rigid way: </a:t>
            </a:r>
          </a:p>
          <a:p>
            <a:r>
              <a:rPr lang="en-US" dirty="0"/>
              <a:t>you tell the system what you want, it spits out a full track, and you either take it or toss it. </a:t>
            </a:r>
          </a:p>
          <a:p>
            <a:r>
              <a:rPr lang="en-US" dirty="0"/>
              <a:t>The problem is that there’s no real in-between—maybe 80% sounds great, but the other 20% just doesn’t match what you had in mind, and you can’t easily fix just that part. </a:t>
            </a:r>
          </a:p>
          <a:p>
            <a:r>
              <a:rPr lang="en-US" dirty="0"/>
              <a:t>On top of that, if you’re not familiar with music theory, it’s hard to ask AI to generate the sound you actually want. </a:t>
            </a:r>
          </a:p>
          <a:p>
            <a:r>
              <a:rPr lang="en-US" dirty="0"/>
              <a:t>[Next]</a:t>
            </a:r>
            <a:endParaRPr lang="en-NL" dirty="0"/>
          </a:p>
        </p:txBody>
      </p:sp>
      <p:sp>
        <p:nvSpPr>
          <p:cNvPr id="4" name="Slide Number Placeholder 3"/>
          <p:cNvSpPr>
            <a:spLocks noGrp="1"/>
          </p:cNvSpPr>
          <p:nvPr>
            <p:ph type="sldNum" sz="quarter" idx="5"/>
          </p:nvPr>
        </p:nvSpPr>
        <p:spPr/>
        <p:txBody>
          <a:bodyPr/>
          <a:lstStyle/>
          <a:p>
            <a:fld id="{812ECD43-08E5-4945-BC4F-4857758E978F}" type="slidenum">
              <a:rPr lang="nl-NL" smtClean="0"/>
              <a:t>1</a:t>
            </a:fld>
            <a:endParaRPr lang="nl-NL"/>
          </a:p>
        </p:txBody>
      </p:sp>
    </p:spTree>
    <p:extLst>
      <p:ext uri="{BB962C8B-B14F-4D97-AF65-F5344CB8AC3E}">
        <p14:creationId xmlns:p14="http://schemas.microsoft.com/office/powerpoint/2010/main" val="4253577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CABDC-61AE-ED2F-85F2-AF9D254BE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F05E2-A203-4947-EA49-CC8B18E84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4B2C6-CA30-D3AC-CD3D-A4A1D1365D39}"/>
              </a:ext>
            </a:extLst>
          </p:cNvPr>
          <p:cNvSpPr>
            <a:spLocks noGrp="1"/>
          </p:cNvSpPr>
          <p:nvPr>
            <p:ph type="body" idx="1"/>
          </p:nvPr>
        </p:nvSpPr>
        <p:spPr/>
        <p:txBody>
          <a:bodyPr/>
          <a:lstStyle/>
          <a:p>
            <a:r>
              <a:rPr lang="en-US" dirty="0"/>
              <a:t>Third, and most importantly, there’s barely no real co-creativity. The human isn't collaborating with the AI; they're waiting for it to finish and then evaluating the result. We need real music notes to interact with.</a:t>
            </a:r>
            <a:endParaRPr lang="en-NL" dirty="0"/>
          </a:p>
        </p:txBody>
      </p:sp>
      <p:sp>
        <p:nvSpPr>
          <p:cNvPr id="4" name="Slide Number Placeholder 3">
            <a:extLst>
              <a:ext uri="{FF2B5EF4-FFF2-40B4-BE49-F238E27FC236}">
                <a16:creationId xmlns:a16="http://schemas.microsoft.com/office/drawing/2014/main" id="{CB4954BB-EAF7-4569-8649-894F6CD89810}"/>
              </a:ext>
            </a:extLst>
          </p:cNvPr>
          <p:cNvSpPr>
            <a:spLocks noGrp="1"/>
          </p:cNvSpPr>
          <p:nvPr>
            <p:ph type="sldNum" sz="quarter" idx="5"/>
          </p:nvPr>
        </p:nvSpPr>
        <p:spPr/>
        <p:txBody>
          <a:bodyPr/>
          <a:lstStyle/>
          <a:p>
            <a:fld id="{812ECD43-08E5-4945-BC4F-4857758E978F}" type="slidenum">
              <a:rPr lang="nl-NL" smtClean="0"/>
              <a:t>2</a:t>
            </a:fld>
            <a:endParaRPr lang="nl-NL"/>
          </a:p>
        </p:txBody>
      </p:sp>
    </p:spTree>
    <p:extLst>
      <p:ext uri="{BB962C8B-B14F-4D97-AF65-F5344CB8AC3E}">
        <p14:creationId xmlns:p14="http://schemas.microsoft.com/office/powerpoint/2010/main" val="3415093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Those problems are exactly what motivated COMIX.</a:t>
            </a:r>
          </a:p>
          <a:p>
            <a:br>
              <a:rPr lang="en-US" dirty="0"/>
            </a:br>
            <a:r>
              <a:rPr lang="en-US" dirty="0"/>
              <a:t>We want to move away from the old, one-shot approach and toward a truly co-creative workflow—one where users can edit generated notes directly in a professional environment. </a:t>
            </a:r>
          </a:p>
          <a:p>
            <a:r>
              <a:rPr lang="en-US" dirty="0"/>
              <a:t>With model-context protocols, AI generation can finally interact with human refinements in real time.</a:t>
            </a:r>
          </a:p>
          <a:p>
            <a:endParaRPr lang="en-US" dirty="0"/>
          </a:p>
          <a:p>
            <a:r>
              <a:rPr lang="en-US" dirty="0"/>
              <a:t>And thanks to the world knowledge of modern language models, you don’t need to be a music expert to get good results. Even simple prompts can lead to surprisingly solid, usable generations.</a:t>
            </a:r>
          </a:p>
        </p:txBody>
      </p:sp>
      <p:sp>
        <p:nvSpPr>
          <p:cNvPr id="4" name="Slide Number Placeholder 3"/>
          <p:cNvSpPr>
            <a:spLocks noGrp="1"/>
          </p:cNvSpPr>
          <p:nvPr>
            <p:ph type="sldNum" sz="quarter" idx="5"/>
          </p:nvPr>
        </p:nvSpPr>
        <p:spPr/>
        <p:txBody>
          <a:bodyPr/>
          <a:lstStyle/>
          <a:p>
            <a:fld id="{812ECD43-08E5-4945-BC4F-4857758E978F}" type="slidenum">
              <a:rPr lang="nl-NL" smtClean="0"/>
              <a:t>3</a:t>
            </a:fld>
            <a:endParaRPr lang="nl-NL"/>
          </a:p>
        </p:txBody>
      </p:sp>
    </p:spTree>
    <p:extLst>
      <p:ext uri="{BB962C8B-B14F-4D97-AF65-F5344CB8AC3E}">
        <p14:creationId xmlns:p14="http://schemas.microsoft.com/office/powerpoint/2010/main" val="213497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is a digital music project—typically a set of MIDI tracks separated by instruments, vocals, and synths. Once these tracks are loaded into the DAW, the user can either edit them manually or simply tell the language model what changes they want. Through MCP, the model updates the music inside the DAW in real time. And when everything sounds the way you want, you can export the final mix right there in the DAW, fully compatible with standard industry workflows.</a:t>
            </a:r>
            <a:endParaRPr lang="en-NL" dirty="0"/>
          </a:p>
        </p:txBody>
      </p:sp>
      <p:sp>
        <p:nvSpPr>
          <p:cNvPr id="4" name="Slide Number Placeholder 3"/>
          <p:cNvSpPr>
            <a:spLocks noGrp="1"/>
          </p:cNvSpPr>
          <p:nvPr>
            <p:ph type="sldNum" sz="quarter" idx="5"/>
          </p:nvPr>
        </p:nvSpPr>
        <p:spPr/>
        <p:txBody>
          <a:bodyPr/>
          <a:lstStyle/>
          <a:p>
            <a:fld id="{812ECD43-08E5-4945-BC4F-4857758E978F}" type="slidenum">
              <a:rPr lang="nl-NL" smtClean="0"/>
              <a:t>4</a:t>
            </a:fld>
            <a:endParaRPr lang="nl-NL"/>
          </a:p>
        </p:txBody>
      </p:sp>
    </p:spTree>
    <p:extLst>
      <p:ext uri="{BB962C8B-B14F-4D97-AF65-F5344CB8AC3E}">
        <p14:creationId xmlns:p14="http://schemas.microsoft.com/office/powerpoint/2010/main" val="3463010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12ECD43-08E5-4945-BC4F-4857758E978F}" type="slidenum">
              <a:rPr lang="nl-NL" smtClean="0"/>
              <a:t>6</a:t>
            </a:fld>
            <a:endParaRPr lang="nl-NL"/>
          </a:p>
        </p:txBody>
      </p:sp>
    </p:spTree>
    <p:extLst>
      <p:ext uri="{BB962C8B-B14F-4D97-AF65-F5344CB8AC3E}">
        <p14:creationId xmlns:p14="http://schemas.microsoft.com/office/powerpoint/2010/main" val="12430094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C94814EB-0BB0-4457-6297-388F8BFA73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842" y="4594421"/>
            <a:ext cx="3182840" cy="1768245"/>
          </a:xfrm>
          <a:prstGeom prst="rect">
            <a:avLst/>
          </a:prstGeom>
        </p:spPr>
      </p:pic>
      <p:sp>
        <p:nvSpPr>
          <p:cNvPr id="7" name="Tijdelijke aanduiding voor tekst 5"/>
          <p:cNvSpPr>
            <a:spLocks noGrp="1"/>
          </p:cNvSpPr>
          <p:nvPr>
            <p:ph type="body" sz="quarter" idx="13" hasCustomPrompt="1"/>
          </p:nvPr>
        </p:nvSpPr>
        <p:spPr>
          <a:xfrm>
            <a:off x="0" y="-1"/>
            <a:ext cx="12198349" cy="4521941"/>
          </a:xfrm>
          <a:solidFill>
            <a:srgbClr val="8592BC"/>
          </a:solidFill>
        </p:spPr>
        <p:txBody>
          <a:bodyPr>
            <a:normAutofit/>
          </a:bodyPr>
          <a:lstStyle>
            <a:lvl1pPr marL="0" indent="0">
              <a:buNone/>
              <a:defRPr sz="100">
                <a:solidFill>
                  <a:schemeClr val="bg2"/>
                </a:solidFill>
              </a:defRPr>
            </a:lvl1pPr>
          </a:lstStyle>
          <a:p>
            <a:pPr lvl="0"/>
            <a:r>
              <a:rPr lang="en-GB" noProof="0" dirty="0"/>
              <a:t>..</a:t>
            </a:r>
          </a:p>
        </p:txBody>
      </p:sp>
      <p:sp>
        <p:nvSpPr>
          <p:cNvPr id="6" name="Tijdelijke aanduiding voor tekst 5"/>
          <p:cNvSpPr>
            <a:spLocks noGrp="1"/>
          </p:cNvSpPr>
          <p:nvPr>
            <p:ph type="body" sz="quarter" idx="12" hasCustomPrompt="1"/>
          </p:nvPr>
        </p:nvSpPr>
        <p:spPr>
          <a:xfrm>
            <a:off x="1" y="1"/>
            <a:ext cx="12198350" cy="3719335"/>
          </a:xfrm>
          <a:solidFill>
            <a:schemeClr val="bg2"/>
          </a:solidFill>
        </p:spPr>
        <p:txBody>
          <a:bodyPr>
            <a:normAutofit/>
          </a:bodyPr>
          <a:lstStyle>
            <a:lvl1pPr marL="0" indent="0">
              <a:buNone/>
              <a:defRPr sz="100">
                <a:solidFill>
                  <a:schemeClr val="bg2"/>
                </a:solidFill>
              </a:defRPr>
            </a:lvl1pPr>
          </a:lstStyle>
          <a:p>
            <a:pPr lvl="0"/>
            <a:r>
              <a:rPr lang="en-GB" noProof="0" dirty="0"/>
              <a:t>..</a:t>
            </a:r>
          </a:p>
        </p:txBody>
      </p:sp>
      <p:sp>
        <p:nvSpPr>
          <p:cNvPr id="2" name="Titel 1"/>
          <p:cNvSpPr>
            <a:spLocks noGrp="1"/>
          </p:cNvSpPr>
          <p:nvPr>
            <p:ph type="title" hasCustomPrompt="1"/>
          </p:nvPr>
        </p:nvSpPr>
        <p:spPr>
          <a:xfrm>
            <a:off x="1490663" y="1052736"/>
            <a:ext cx="10225136" cy="1656184"/>
          </a:xfrm>
        </p:spPr>
        <p:txBody>
          <a:bodyPr/>
          <a:lstStyle>
            <a:lvl1pPr algn="l">
              <a:defRPr sz="5400">
                <a:solidFill>
                  <a:schemeClr val="bg1"/>
                </a:solidFill>
              </a:defRPr>
            </a:lvl1pPr>
          </a:lstStyle>
          <a:p>
            <a:r>
              <a:rPr lang="en-GB" noProof="0" dirty="0"/>
              <a:t>Title presentation</a:t>
            </a:r>
          </a:p>
        </p:txBody>
      </p:sp>
      <p:sp>
        <p:nvSpPr>
          <p:cNvPr id="20" name="Tijdelijke aanduiding voor tekst 19"/>
          <p:cNvSpPr>
            <a:spLocks noGrp="1"/>
          </p:cNvSpPr>
          <p:nvPr>
            <p:ph type="body" sz="quarter" idx="14" hasCustomPrompt="1"/>
          </p:nvPr>
        </p:nvSpPr>
        <p:spPr>
          <a:xfrm>
            <a:off x="1490663" y="3934610"/>
            <a:ext cx="6918325" cy="393700"/>
          </a:xfrm>
        </p:spPr>
        <p:txBody>
          <a:bodyPr anchor="ctr">
            <a:normAutofit/>
          </a:bodyPr>
          <a:lstStyle>
            <a:lvl1pPr marL="0" indent="0">
              <a:buNone/>
              <a:defRPr sz="2400">
                <a:solidFill>
                  <a:schemeClr val="bg1"/>
                </a:solidFill>
              </a:defRPr>
            </a:lvl1pPr>
          </a:lstStyle>
          <a:p>
            <a:pPr lvl="0"/>
            <a:r>
              <a:rPr lang="en-GB" noProof="0" dirty="0"/>
              <a:t>Subtitle presentation</a:t>
            </a:r>
          </a:p>
        </p:txBody>
      </p:sp>
      <p:sp>
        <p:nvSpPr>
          <p:cNvPr id="8" name="Tijdelijke aanduiding voor datum 3"/>
          <p:cNvSpPr>
            <a:spLocks noGrp="1"/>
          </p:cNvSpPr>
          <p:nvPr>
            <p:ph type="dt" sz="half" idx="2"/>
          </p:nvPr>
        </p:nvSpPr>
        <p:spPr>
          <a:xfrm>
            <a:off x="7467327" y="3934684"/>
            <a:ext cx="4326359" cy="394127"/>
          </a:xfrm>
          <a:prstGeom prst="rect">
            <a:avLst/>
          </a:prstGeom>
        </p:spPr>
        <p:txBody>
          <a:bodyPr vert="horz" lIns="0" tIns="0" rIns="0" bIns="0" rtlCol="0" anchor="ctr"/>
          <a:lstStyle>
            <a:lvl1pPr algn="r">
              <a:defRPr sz="2400">
                <a:solidFill>
                  <a:schemeClr val="bg1"/>
                </a:solidFill>
              </a:defRPr>
            </a:lvl1pPr>
          </a:lstStyle>
          <a:p>
            <a:fld id="{928F9493-D671-4F27-99EF-9D103FC79999}" type="datetime1">
              <a:rPr lang="nl-NL" noProof="0" smtClean="0"/>
              <a:t>17-11-2025</a:t>
            </a:fld>
            <a:endParaRPr lang="en-GB" noProof="0" dirty="0"/>
          </a:p>
        </p:txBody>
      </p:sp>
      <p:sp>
        <p:nvSpPr>
          <p:cNvPr id="19" name="Rechthoek 18"/>
          <p:cNvSpPr/>
          <p:nvPr userDrawn="1"/>
        </p:nvSpPr>
        <p:spPr bwMode="auto">
          <a:xfrm>
            <a:off x="0" y="6453336"/>
            <a:ext cx="12198350" cy="404664"/>
          </a:xfrm>
          <a:prstGeom prst="rect">
            <a:avLst/>
          </a:prstGeom>
          <a:solidFill>
            <a:schemeClr val="bg2"/>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en-GB" sz="2000" b="0" i="0" u="none" strike="noStrike" cap="none" normalizeH="0" baseline="0" noProof="0" dirty="0">
              <a:ln>
                <a:noFill/>
              </a:ln>
              <a:solidFill>
                <a:schemeClr val="bg1"/>
              </a:solidFill>
              <a:effectLst/>
              <a:latin typeface="Minion" pitchFamily="2" charset="0"/>
            </a:endParaRPr>
          </a:p>
        </p:txBody>
      </p:sp>
      <p:grpSp>
        <p:nvGrpSpPr>
          <p:cNvPr id="11" name="Grid" hidden="1"/>
          <p:cNvGrpSpPr/>
          <p:nvPr userDrawn="1"/>
        </p:nvGrpSpPr>
        <p:grpSpPr>
          <a:xfrm>
            <a:off x="-3" y="-1"/>
            <a:ext cx="12198354" cy="6858004"/>
            <a:chOff x="-3" y="-1"/>
            <a:chExt cx="12198354" cy="6858004"/>
          </a:xfrm>
        </p:grpSpPr>
        <p:sp>
          <p:nvSpPr>
            <p:cNvPr id="12" name="Rechthoek 11"/>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rot="5400000">
              <a:off x="-3205847" y="3205844"/>
              <a:ext cx="6858003" cy="446316"/>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4" name="Rechthoek 13"/>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5" name="Rechthoek 14"/>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6" name="Rechthoek 15"/>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grpSp>
      <p:pic>
        <p:nvPicPr>
          <p:cNvPr id="17" name="Picture 1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02313" y="6543376"/>
            <a:ext cx="3588750" cy="270000"/>
          </a:xfrm>
          <a:prstGeom prst="rect">
            <a:avLst/>
          </a:prstGeom>
        </p:spPr>
      </p:pic>
      <p:sp>
        <p:nvSpPr>
          <p:cNvPr id="18" name="Rechthoek 19"/>
          <p:cNvSpPr/>
          <p:nvPr userDrawn="1"/>
        </p:nvSpPr>
        <p:spPr bwMode="auto">
          <a:xfrm>
            <a:off x="6099174" y="6453336"/>
            <a:ext cx="6099175" cy="404664"/>
          </a:xfrm>
          <a:prstGeom prst="rect">
            <a:avLst/>
          </a:prstGeom>
          <a:solidFill>
            <a:schemeClr val="bg2"/>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en-GB" sz="2000" b="0" i="0" u="none" strike="noStrike" cap="none" normalizeH="0" baseline="0" noProof="0" dirty="0">
              <a:ln>
                <a:noFill/>
              </a:ln>
              <a:solidFill>
                <a:schemeClr val="bg1"/>
              </a:solidFill>
              <a:effectLst/>
              <a:latin typeface="Minion" pitchFamily="2" charset="0"/>
            </a:endParaRPr>
          </a:p>
        </p:txBody>
      </p:sp>
    </p:spTree>
    <p:extLst>
      <p:ext uri="{BB962C8B-B14F-4D97-AF65-F5344CB8AC3E}">
        <p14:creationId xmlns:p14="http://schemas.microsoft.com/office/powerpoint/2010/main" val="103637975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1" decel="100000" fill="hold" grpId="0" nodeType="withEffect">
                                  <p:stCondLst>
                                    <p:cond delay="0"/>
                                  </p:stCondLst>
                                  <p:childTnLst>
                                    <p:set>
                                      <p:cBhvr>
                                        <p:cTn id="9" dur="1" fill="hold">
                                          <p:stCondLst>
                                            <p:cond delay="0"/>
                                          </p:stCondLst>
                                        </p:cTn>
                                        <p:tgtEl>
                                          <p:spTgt spid="7">
                                            <p:bg/>
                                          </p:spTgt>
                                        </p:tgtEl>
                                        <p:attrNameLst>
                                          <p:attrName>style.visibility</p:attrName>
                                        </p:attrNameLst>
                                      </p:cBhvr>
                                      <p:to>
                                        <p:strVal val="visible"/>
                                      </p:to>
                                    </p:set>
                                    <p:anim calcmode="lin" valueType="num">
                                      <p:cBhvr additive="base">
                                        <p:cTn id="10" dur="1000" fill="hold"/>
                                        <p:tgtEl>
                                          <p:spTgt spid="7">
                                            <p:bg/>
                                          </p:spTgt>
                                        </p:tgtEl>
                                        <p:attrNameLst>
                                          <p:attrName>ppt_x</p:attrName>
                                        </p:attrNameLst>
                                      </p:cBhvr>
                                      <p:tavLst>
                                        <p:tav tm="0">
                                          <p:val>
                                            <p:strVal val="#ppt_x"/>
                                          </p:val>
                                        </p:tav>
                                        <p:tav tm="100000">
                                          <p:val>
                                            <p:strVal val="#ppt_x"/>
                                          </p:val>
                                        </p:tav>
                                      </p:tavLst>
                                    </p:anim>
                                    <p:anim calcmode="lin" valueType="num">
                                      <p:cBhvr additive="base">
                                        <p:cTn id="11" dur="1000" fill="hold"/>
                                        <p:tgtEl>
                                          <p:spTgt spid="7">
                                            <p:bg/>
                                          </p:spTgt>
                                        </p:tgtEl>
                                        <p:attrNameLst>
                                          <p:attrName>ppt_y</p:attrName>
                                        </p:attrNameLst>
                                      </p:cBhvr>
                                      <p:tavLst>
                                        <p:tav tm="0">
                                          <p:val>
                                            <p:strVal val="0-#ppt_h/2"/>
                                          </p:val>
                                        </p:tav>
                                        <p:tav tm="100000">
                                          <p:val>
                                            <p:strVal val="#ppt_y"/>
                                          </p:val>
                                        </p:tav>
                                      </p:tavLst>
                                    </p:anim>
                                  </p:childTnLst>
                                </p:cTn>
                              </p:par>
                              <p:par>
                                <p:cTn id="12" presetID="2" presetClass="entr" presetSubtype="1" decel="100000" fill="hold" grpId="0" nodeType="with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additive="base">
                                        <p:cTn id="14"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5" dur="1000" fill="hold"/>
                                        <p:tgtEl>
                                          <p:spTgt spid="7">
                                            <p:txEl>
                                              <p:pRg st="0" end="0"/>
                                            </p:txEl>
                                          </p:spTgt>
                                        </p:tgtEl>
                                        <p:attrNameLst>
                                          <p:attrName>ppt_y</p:attrName>
                                        </p:attrNameLst>
                                      </p:cBhvr>
                                      <p:tavLst>
                                        <p:tav tm="0">
                                          <p:val>
                                            <p:strVal val="0-#ppt_h/2"/>
                                          </p:val>
                                        </p:tav>
                                        <p:tav tm="100000">
                                          <p:val>
                                            <p:strVal val="#ppt_y"/>
                                          </p:val>
                                        </p:tav>
                                      </p:tavLst>
                                    </p:anim>
                                  </p:childTnLst>
                                </p:cTn>
                              </p:par>
                              <p:par>
                                <p:cTn id="16" presetID="2" presetClass="entr" presetSubtype="1" decel="100000" fill="hold" grpId="0" nodeType="withEffect">
                                  <p:stCondLst>
                                    <p:cond delay="250"/>
                                  </p:stCondLst>
                                  <p:childTnLst>
                                    <p:set>
                                      <p:cBhvr>
                                        <p:cTn id="17" dur="1" fill="hold">
                                          <p:stCondLst>
                                            <p:cond delay="0"/>
                                          </p:stCondLst>
                                        </p:cTn>
                                        <p:tgtEl>
                                          <p:spTgt spid="6">
                                            <p:bg/>
                                          </p:spTgt>
                                        </p:tgtEl>
                                        <p:attrNameLst>
                                          <p:attrName>style.visibility</p:attrName>
                                        </p:attrNameLst>
                                      </p:cBhvr>
                                      <p:to>
                                        <p:strVal val="visible"/>
                                      </p:to>
                                    </p:set>
                                    <p:anim calcmode="lin" valueType="num">
                                      <p:cBhvr additive="base">
                                        <p:cTn id="18" dur="1000" fill="hold"/>
                                        <p:tgtEl>
                                          <p:spTgt spid="6">
                                            <p:bg/>
                                          </p:spTgt>
                                        </p:tgtEl>
                                        <p:attrNameLst>
                                          <p:attrName>ppt_x</p:attrName>
                                        </p:attrNameLst>
                                      </p:cBhvr>
                                      <p:tavLst>
                                        <p:tav tm="0">
                                          <p:val>
                                            <p:strVal val="#ppt_x"/>
                                          </p:val>
                                        </p:tav>
                                        <p:tav tm="100000">
                                          <p:val>
                                            <p:strVal val="#ppt_x"/>
                                          </p:val>
                                        </p:tav>
                                      </p:tavLst>
                                    </p:anim>
                                    <p:anim calcmode="lin" valueType="num">
                                      <p:cBhvr additive="base">
                                        <p:cTn id="19" dur="1000" fill="hold"/>
                                        <p:tgtEl>
                                          <p:spTgt spid="6">
                                            <p:bg/>
                                          </p:spTgt>
                                        </p:tgtEl>
                                        <p:attrNameLst>
                                          <p:attrName>ppt_y</p:attrName>
                                        </p:attrNameLst>
                                      </p:cBhvr>
                                      <p:tavLst>
                                        <p:tav tm="0">
                                          <p:val>
                                            <p:strVal val="0-#ppt_h/2"/>
                                          </p:val>
                                        </p:tav>
                                        <p:tav tm="100000">
                                          <p:val>
                                            <p:strVal val="#ppt_y"/>
                                          </p:val>
                                        </p:tav>
                                      </p:tavLst>
                                    </p:anim>
                                  </p:childTnLst>
                                </p:cTn>
                              </p:par>
                              <p:par>
                                <p:cTn id="20" presetID="2" presetClass="entr" presetSubtype="1" decel="100000" fill="hold" grpId="0" nodeType="withEffect">
                                  <p:stCondLst>
                                    <p:cond delay="250"/>
                                  </p:stCondLst>
                                  <p:childTnLst>
                                    <p:set>
                                      <p:cBhvr>
                                        <p:cTn id="21" dur="1" fill="hold">
                                          <p:stCondLst>
                                            <p:cond delay="0"/>
                                          </p:stCondLst>
                                        </p:cTn>
                                        <p:tgtEl>
                                          <p:spTgt spid="6">
                                            <p:txEl>
                                              <p:pRg st="0" end="0"/>
                                            </p:txEl>
                                          </p:spTgt>
                                        </p:tgtEl>
                                        <p:attrNameLst>
                                          <p:attrName>style.visibility</p:attrName>
                                        </p:attrNameLst>
                                      </p:cBhvr>
                                      <p:to>
                                        <p:strVal val="visible"/>
                                      </p:to>
                                    </p:set>
                                    <p:anim calcmode="lin" valueType="num">
                                      <p:cBhvr additive="base">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6">
                                            <p:txEl>
                                              <p:pRg st="0" end="0"/>
                                            </p:txEl>
                                          </p:spTgt>
                                        </p:tgtEl>
                                        <p:attrNameLst>
                                          <p:attrName>ppt_y</p:attrName>
                                        </p:attrNameLst>
                                      </p:cBhvr>
                                      <p:tavLst>
                                        <p:tav tm="0">
                                          <p:val>
                                            <p:strVal val="0-#ppt_h/2"/>
                                          </p:val>
                                        </p:tav>
                                        <p:tav tm="100000">
                                          <p:val>
                                            <p:strVal val="#ppt_y"/>
                                          </p:val>
                                        </p:tav>
                                      </p:tavLst>
                                    </p:anim>
                                  </p:childTnLst>
                                </p:cTn>
                              </p:par>
                              <p:par>
                                <p:cTn id="24" presetID="10" presetClass="entr" presetSubtype="0" fill="hold" grpId="0" nodeType="withEffect">
                                  <p:stCondLst>
                                    <p:cond delay="1000"/>
                                  </p:stCondLst>
                                  <p:childTnLst>
                                    <p:set>
                                      <p:cBhvr>
                                        <p:cTn id="25" dur="1" fill="hold">
                                          <p:stCondLst>
                                            <p:cond delay="0"/>
                                          </p:stCondLst>
                                        </p:cTn>
                                        <p:tgtEl>
                                          <p:spTgt spid="20">
                                            <p:txEl>
                                              <p:pRg st="0" end="0"/>
                                            </p:txEl>
                                          </p:spTgt>
                                        </p:tgtEl>
                                        <p:attrNameLst>
                                          <p:attrName>style.visibility</p:attrName>
                                        </p:attrNameLst>
                                      </p:cBhvr>
                                      <p:to>
                                        <p:strVal val="visible"/>
                                      </p:to>
                                    </p:set>
                                    <p:animEffect transition="in" filter="fade">
                                      <p:cBhvr>
                                        <p:cTn id="26" dur="750"/>
                                        <p:tgtEl>
                                          <p:spTgt spid="20">
                                            <p:txEl>
                                              <p:pRg st="0" end="0"/>
                                            </p:txEl>
                                          </p:spTgt>
                                        </p:tgtEl>
                                      </p:cBhvr>
                                    </p:animEffect>
                                  </p:childTnLst>
                                </p:cTn>
                              </p:par>
                              <p:par>
                                <p:cTn id="27" presetID="10" presetClass="entr" presetSubtype="0" fill="hold" grpId="0" nodeType="withEffect">
                                  <p:stCondLst>
                                    <p:cond delay="100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tmplLst>
          <p:tmpl>
            <p:tnLst>
              <p:par>
                <p:cTn presetID="2" presetClass="entr" presetSubtype="1" decel="100000" fill="hold" nodeType="with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0-#ppt_h/2"/>
                          </p:val>
                        </p:tav>
                        <p:tav tm="100000">
                          <p:val>
                            <p:strVal val="#ppt_y"/>
                          </p:val>
                        </p:tav>
                      </p:tavLst>
                    </p:anim>
                  </p:childTnLst>
                </p:cTn>
              </p:par>
            </p:tnLst>
          </p:tmpl>
          <p:tmpl lvl="1">
            <p:tnLst>
              <p:par>
                <p:cTn presetID="2" presetClass="entr" presetSubtype="1" decel="100000" fill="hold" nodeType="with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0-#ppt_h/2"/>
                          </p:val>
                        </p:tav>
                        <p:tav tm="100000">
                          <p:val>
                            <p:strVal val="#ppt_y"/>
                          </p:val>
                        </p:tav>
                      </p:tavLst>
                    </p:anim>
                  </p:childTnLst>
                </p:cTn>
              </p:par>
            </p:tnLst>
          </p:tmpl>
        </p:tmplLst>
      </p:bldP>
      <p:bldP spid="6" grpId="0" build="p" animBg="1">
        <p:tmplLst>
          <p:tmpl>
            <p:tnLst>
              <p:par>
                <p:cTn presetID="2" presetClass="entr" presetSubtype="1" decel="10000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1000" fill="hold"/>
                        <p:tgtEl>
                          <p:spTgt spid="6"/>
                        </p:tgtEl>
                        <p:attrNameLst>
                          <p:attrName>ppt_x</p:attrName>
                        </p:attrNameLst>
                      </p:cBhvr>
                      <p:tavLst>
                        <p:tav tm="0">
                          <p:val>
                            <p:strVal val="#ppt_x"/>
                          </p:val>
                        </p:tav>
                        <p:tav tm="100000">
                          <p:val>
                            <p:strVal val="#ppt_x"/>
                          </p:val>
                        </p:tav>
                      </p:tavLst>
                    </p:anim>
                    <p:anim calcmode="lin" valueType="num">
                      <p:cBhvr additive="base">
                        <p:cTn dur="1000" fill="hold"/>
                        <p:tgtEl>
                          <p:spTgt spid="6"/>
                        </p:tgtEl>
                        <p:attrNameLst>
                          <p:attrName>ppt_y</p:attrName>
                        </p:attrNameLst>
                      </p:cBhvr>
                      <p:tavLst>
                        <p:tav tm="0">
                          <p:val>
                            <p:strVal val="0-#ppt_h/2"/>
                          </p:val>
                        </p:tav>
                        <p:tav tm="100000">
                          <p:val>
                            <p:strVal val="#ppt_y"/>
                          </p:val>
                        </p:tav>
                      </p:tavLst>
                    </p:anim>
                  </p:childTnLst>
                </p:cTn>
              </p:par>
            </p:tnLst>
          </p:tmpl>
          <p:tmpl lvl="1">
            <p:tnLst>
              <p:par>
                <p:cTn presetID="2" presetClass="entr" presetSubtype="1" decel="10000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1000" fill="hold"/>
                        <p:tgtEl>
                          <p:spTgt spid="6"/>
                        </p:tgtEl>
                        <p:attrNameLst>
                          <p:attrName>ppt_x</p:attrName>
                        </p:attrNameLst>
                      </p:cBhvr>
                      <p:tavLst>
                        <p:tav tm="0">
                          <p:val>
                            <p:strVal val="#ppt_x"/>
                          </p:val>
                        </p:tav>
                        <p:tav tm="100000">
                          <p:val>
                            <p:strVal val="#ppt_x"/>
                          </p:val>
                        </p:tav>
                      </p:tavLst>
                    </p:anim>
                    <p:anim calcmode="lin" valueType="num">
                      <p:cBhvr additive="base">
                        <p:cTn dur="1000" fill="hold"/>
                        <p:tgtEl>
                          <p:spTgt spid="6"/>
                        </p:tgtEl>
                        <p:attrNameLst>
                          <p:attrName>ppt_y</p:attrName>
                        </p:attrNameLst>
                      </p:cBhvr>
                      <p:tavLst>
                        <p:tav tm="0">
                          <p:val>
                            <p:strVal val="0-#ppt_h/2"/>
                          </p:val>
                        </p:tav>
                        <p:tav tm="100000">
                          <p:val>
                            <p:strVal val="#ppt_y"/>
                          </p:val>
                        </p:tav>
                      </p:tavLst>
                    </p:anim>
                  </p:childTnLst>
                </p:cTn>
              </p:par>
            </p:tnLst>
          </p:tmpl>
        </p:tmplLst>
      </p:bldP>
      <p:bldP spid="2" grpId="0"/>
      <p:bldP spid="20" grpId="0" build="p">
        <p:tmplLst>
          <p:tmpl lvl="1">
            <p:tnLst>
              <p:par>
                <p:cTn presetID="10" presetClass="entr" presetSubtype="0" fill="hold" nodeType="withEffect">
                  <p:stCondLst>
                    <p:cond delay="1000"/>
                  </p:stCondLst>
                  <p:childTnLst>
                    <p:set>
                      <p:cBhvr>
                        <p:cTn dur="1" fill="hold">
                          <p:stCondLst>
                            <p:cond delay="0"/>
                          </p:stCondLst>
                        </p:cTn>
                        <p:tgtEl>
                          <p:spTgt spid="20"/>
                        </p:tgtEl>
                        <p:attrNameLst>
                          <p:attrName>style.visibility</p:attrName>
                        </p:attrNameLst>
                      </p:cBhvr>
                      <p:to>
                        <p:strVal val="visible"/>
                      </p:to>
                    </p:set>
                    <p:animEffect transition="in" filter="fade">
                      <p:cBhvr>
                        <p:cTn dur="750"/>
                        <p:tgtEl>
                          <p:spTgt spid="20"/>
                        </p:tgtEl>
                      </p:cBhvr>
                    </p:animEffect>
                  </p:childTnLst>
                </p:cTn>
              </p:par>
            </p:tnLst>
          </p:tmpl>
        </p:tmplLst>
      </p:bldP>
      <p:bldP spid="8"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sp>
        <p:nvSpPr>
          <p:cNvPr id="3" name="Tijdelijke aanduiding voor verticale tekst 2"/>
          <p:cNvSpPr>
            <a:spLocks noGrp="1"/>
          </p:cNvSpPr>
          <p:nvPr>
            <p:ph type="body" orient="vert" idx="1" hasCustomPrompt="1"/>
          </p:nvPr>
        </p:nvSpPr>
        <p:spPr>
          <a:xfrm>
            <a:off x="404663" y="1252836"/>
            <a:ext cx="6846640" cy="4795836"/>
          </a:xfrm>
          <a:noFill/>
        </p:spPr>
        <p:txBody>
          <a:bodyPr vert="horz" wrap="none" lIns="0" tIns="0" rIns="0" bIns="0"/>
          <a:lstStyle>
            <a:lvl1pPr marL="361950" indent="-361950">
              <a:spcBef>
                <a:spcPts val="800"/>
              </a:spcBef>
              <a:spcAft>
                <a:spcPts val="800"/>
              </a:spcAft>
              <a:buClr>
                <a:schemeClr val="bg2"/>
              </a:buClr>
              <a:buFont typeface="+mj-lt"/>
              <a:buAutoNum type="arabicPeriod"/>
              <a:defRPr sz="2400">
                <a:solidFill>
                  <a:schemeClr val="bg2"/>
                </a:solidFill>
              </a:defRPr>
            </a:lvl1pPr>
            <a:lvl2pPr marL="542925" indent="-180975">
              <a:buClr>
                <a:schemeClr val="bg2"/>
              </a:buClr>
              <a:buFont typeface="Arial" panose="020B0604020202020204" pitchFamily="34" charset="0"/>
              <a:buChar char="•"/>
              <a:defRPr>
                <a:solidFill>
                  <a:schemeClr val="bg2"/>
                </a:solidFill>
              </a:defRPr>
            </a:lvl2pPr>
            <a:lvl3pPr>
              <a:defRPr>
                <a:solidFill>
                  <a:schemeClr val="bg2"/>
                </a:solidFill>
              </a:defRPr>
            </a:lvl3pPr>
            <a:lvl4pPr>
              <a:defRPr>
                <a:solidFill>
                  <a:schemeClr val="bg2"/>
                </a:solidFill>
              </a:defRPr>
            </a:lvl4pPr>
            <a:lvl5pPr>
              <a:defRPr>
                <a:solidFill>
                  <a:schemeClr val="accent1"/>
                </a:solidFill>
              </a:defRPr>
            </a:lvl5pPr>
            <a:lvl6pPr marL="361950" indent="-361950">
              <a:spcBef>
                <a:spcPts val="800"/>
              </a:spcBef>
              <a:spcAft>
                <a:spcPts val="800"/>
              </a:spcAft>
              <a:buClr>
                <a:schemeClr val="bg2"/>
              </a:buClr>
              <a:buFont typeface="+mj-lt"/>
              <a:buAutoNum type="arabicPeriod"/>
              <a:tabLst/>
              <a:defRPr sz="2400">
                <a:solidFill>
                  <a:schemeClr val="bg2"/>
                </a:solidFill>
              </a:defRPr>
            </a:lvl6pPr>
            <a:lvl7pPr marL="542925" indent="-180975">
              <a:buClr>
                <a:schemeClr val="bg2"/>
              </a:buClr>
              <a:buFont typeface="Arial" panose="020B0604020202020204" pitchFamily="34" charset="0"/>
              <a:buChar char="•"/>
              <a:defRPr>
                <a:solidFill>
                  <a:schemeClr val="bg2"/>
                </a:solidFill>
              </a:defRPr>
            </a:lvl7pPr>
            <a:lvl8pPr>
              <a:defRPr>
                <a:solidFill>
                  <a:schemeClr val="bg2"/>
                </a:solidFill>
              </a:defRPr>
            </a:lvl8pPr>
            <a:lvl9pPr>
              <a:defRPr>
                <a:solidFill>
                  <a:schemeClr val="bg2"/>
                </a:solidFill>
              </a:defRPr>
            </a:lvl9pPr>
          </a:lstStyle>
          <a:p>
            <a:pPr lvl="0"/>
            <a:r>
              <a:rPr lang="en-GB" noProof="0" dirty="0"/>
              <a:t>Numbering</a:t>
            </a:r>
          </a:p>
          <a:p>
            <a:pPr lvl="1"/>
            <a:r>
              <a:rPr lang="en-GB" noProof="0" dirty="0"/>
              <a:t>Bullet</a:t>
            </a:r>
          </a:p>
          <a:p>
            <a:pPr lvl="2"/>
            <a:r>
              <a:rPr lang="en-GB" noProof="0" dirty="0"/>
              <a:t>Plain text</a:t>
            </a:r>
          </a:p>
          <a:p>
            <a:pPr lvl="3"/>
            <a:r>
              <a:rPr lang="en-GB" noProof="0" dirty="0"/>
              <a:t>Header dark blue</a:t>
            </a:r>
          </a:p>
          <a:p>
            <a:pPr lvl="4"/>
            <a:r>
              <a:rPr lang="en-GB" noProof="0" dirty="0"/>
              <a:t>Header yellow</a:t>
            </a:r>
          </a:p>
          <a:p>
            <a:pPr lvl="5"/>
            <a:r>
              <a:rPr lang="en-GB" noProof="0" dirty="0"/>
              <a:t>Numbering</a:t>
            </a:r>
          </a:p>
          <a:p>
            <a:pPr lvl="6"/>
            <a:r>
              <a:rPr lang="en-GB" noProof="0" dirty="0"/>
              <a:t>Bullet</a:t>
            </a:r>
          </a:p>
          <a:p>
            <a:pPr lvl="7"/>
            <a:r>
              <a:rPr lang="en-GB" sz="1800" noProof="0" dirty="0"/>
              <a:t>Plain text</a:t>
            </a:r>
          </a:p>
          <a:p>
            <a:pPr lvl="8"/>
            <a:r>
              <a:rPr lang="en-GB" noProof="0" dirty="0"/>
              <a:t>Header dark blue</a:t>
            </a:r>
          </a:p>
        </p:txBody>
      </p:sp>
      <p:sp>
        <p:nvSpPr>
          <p:cNvPr id="7" name="Tijdelijke aanduiding voor afbeelding 13"/>
          <p:cNvSpPr>
            <a:spLocks noGrp="1"/>
          </p:cNvSpPr>
          <p:nvPr>
            <p:ph type="pic" sz="quarter" idx="13" hasCustomPrompt="1"/>
          </p:nvPr>
        </p:nvSpPr>
        <p:spPr>
          <a:xfrm>
            <a:off x="7453634" y="1252538"/>
            <a:ext cx="4339905" cy="4795837"/>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grpSp>
        <p:nvGrpSpPr>
          <p:cNvPr id="8" name="Grid" hidden="1"/>
          <p:cNvGrpSpPr/>
          <p:nvPr userDrawn="1"/>
        </p:nvGrpSpPr>
        <p:grpSpPr>
          <a:xfrm>
            <a:off x="0" y="0"/>
            <a:ext cx="12198353" cy="6858004"/>
            <a:chOff x="-2" y="-1"/>
            <a:chExt cx="12198353" cy="6858004"/>
          </a:xfrm>
        </p:grpSpPr>
        <p:sp>
          <p:nvSpPr>
            <p:cNvPr id="9" name="Rechthoek 8"/>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0" name="Rechthoek 9"/>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2" name="Rechthoek 11"/>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4" name="Rechthoek 13"/>
            <p:cNvSpPr/>
            <p:nvPr userDrawn="1"/>
          </p:nvSpPr>
          <p:spPr bwMode="auto">
            <a:xfrm rot="5400000">
              <a:off x="3923465"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grpSp>
      <p:sp>
        <p:nvSpPr>
          <p:cNvPr id="15"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dirty="0"/>
          </a:p>
        </p:txBody>
      </p:sp>
    </p:spTree>
    <p:extLst>
      <p:ext uri="{BB962C8B-B14F-4D97-AF65-F5344CB8AC3E}">
        <p14:creationId xmlns:p14="http://schemas.microsoft.com/office/powerpoint/2010/main" val="54426134"/>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100%">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sp>
        <p:nvSpPr>
          <p:cNvPr id="3" name="Tijdelijke aanduiding voor verticale tekst 2"/>
          <p:cNvSpPr>
            <a:spLocks noGrp="1"/>
          </p:cNvSpPr>
          <p:nvPr>
            <p:ph type="body" orient="vert" idx="1" hasCustomPrompt="1"/>
          </p:nvPr>
        </p:nvSpPr>
        <p:spPr/>
        <p:txBody>
          <a:bodyPr vert="horz"/>
          <a:lstStyle/>
          <a:p>
            <a:pPr lvl="0"/>
            <a:r>
              <a:rPr lang="en-GB" noProof="0" dirty="0"/>
              <a:t>Bullet</a:t>
            </a:r>
          </a:p>
          <a:p>
            <a:pPr lvl="1"/>
            <a:r>
              <a:rPr lang="en-GB" noProof="0" dirty="0"/>
              <a:t>Sub-bullet</a:t>
            </a:r>
          </a:p>
          <a:p>
            <a:pPr lvl="2"/>
            <a:r>
              <a:rPr lang="en-GB" noProof="0" dirty="0"/>
              <a:t>Plain text</a:t>
            </a:r>
          </a:p>
          <a:p>
            <a:pPr lvl="3"/>
            <a:r>
              <a:rPr lang="en-GB" noProof="0" dirty="0"/>
              <a:t>Header dark blue</a:t>
            </a:r>
          </a:p>
          <a:p>
            <a:pPr lvl="4"/>
            <a:r>
              <a:rPr lang="en-GB" noProof="0" dirty="0"/>
              <a:t>Header light blue</a:t>
            </a:r>
          </a:p>
          <a:p>
            <a:pPr lvl="5"/>
            <a:r>
              <a:rPr lang="en-GB" noProof="0" dirty="0"/>
              <a:t>Bullet</a:t>
            </a:r>
          </a:p>
          <a:p>
            <a:pPr lvl="6"/>
            <a:r>
              <a:rPr lang="en-GB" noProof="0" dirty="0"/>
              <a:t>Sub-bullet</a:t>
            </a:r>
          </a:p>
          <a:p>
            <a:pPr lvl="7"/>
            <a:r>
              <a:rPr lang="en-GB" sz="1800" noProof="0" dirty="0"/>
              <a:t>Plain text</a:t>
            </a:r>
          </a:p>
          <a:p>
            <a:pPr lvl="8"/>
            <a:r>
              <a:rPr lang="en-GB" noProof="0" dirty="0"/>
              <a:t>Header dark blue</a:t>
            </a:r>
          </a:p>
        </p:txBody>
      </p:sp>
      <p:sp>
        <p:nvSpPr>
          <p:cNvPr id="4"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3592596851"/>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amp; Image 75%/25%">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sp>
        <p:nvSpPr>
          <p:cNvPr id="3" name="Tijdelijke aanduiding voor verticale tekst 2"/>
          <p:cNvSpPr>
            <a:spLocks noGrp="1"/>
          </p:cNvSpPr>
          <p:nvPr>
            <p:ph type="body" orient="vert" idx="1" hasCustomPrompt="1"/>
          </p:nvPr>
        </p:nvSpPr>
        <p:spPr>
          <a:xfrm>
            <a:off x="404662" y="1252836"/>
            <a:ext cx="7926761" cy="4795836"/>
          </a:xfrm>
        </p:spPr>
        <p:txBody>
          <a:bodyPr vert="horz"/>
          <a:lstStyle/>
          <a:p>
            <a:pPr lvl="0"/>
            <a:r>
              <a:rPr lang="en-GB" noProof="0" dirty="0"/>
              <a:t>Bullet</a:t>
            </a:r>
          </a:p>
          <a:p>
            <a:pPr lvl="1"/>
            <a:r>
              <a:rPr lang="en-GB" noProof="0" dirty="0"/>
              <a:t>Sub-bullet</a:t>
            </a:r>
          </a:p>
          <a:p>
            <a:pPr lvl="2"/>
            <a:r>
              <a:rPr lang="en-GB" noProof="0" dirty="0"/>
              <a:t>Plain text</a:t>
            </a:r>
          </a:p>
          <a:p>
            <a:pPr lvl="3"/>
            <a:r>
              <a:rPr lang="en-GB" noProof="0" dirty="0"/>
              <a:t>Header dark blue</a:t>
            </a:r>
          </a:p>
          <a:p>
            <a:pPr lvl="4"/>
            <a:r>
              <a:rPr lang="en-GB" noProof="0" dirty="0"/>
              <a:t>Header light blue</a:t>
            </a:r>
          </a:p>
          <a:p>
            <a:pPr lvl="5"/>
            <a:r>
              <a:rPr lang="en-GB" noProof="0" dirty="0"/>
              <a:t>Bullet</a:t>
            </a:r>
          </a:p>
          <a:p>
            <a:pPr lvl="6"/>
            <a:r>
              <a:rPr lang="en-GB" noProof="0" dirty="0"/>
              <a:t>Sub-bullet</a:t>
            </a:r>
          </a:p>
          <a:p>
            <a:pPr lvl="7"/>
            <a:r>
              <a:rPr lang="en-GB" sz="1800" noProof="0" dirty="0"/>
              <a:t>Plain text</a:t>
            </a:r>
          </a:p>
          <a:p>
            <a:pPr lvl="8"/>
            <a:r>
              <a:rPr lang="en-GB" noProof="0" dirty="0"/>
              <a:t>Header dark blue</a:t>
            </a:r>
          </a:p>
        </p:txBody>
      </p:sp>
      <p:grpSp>
        <p:nvGrpSpPr>
          <p:cNvPr id="7" name="Grid" hidden="1"/>
          <p:cNvGrpSpPr/>
          <p:nvPr userDrawn="1"/>
        </p:nvGrpSpPr>
        <p:grpSpPr>
          <a:xfrm>
            <a:off x="0" y="0"/>
            <a:ext cx="12198353" cy="6858004"/>
            <a:chOff x="-2" y="-1"/>
            <a:chExt cx="12198353" cy="6858004"/>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rot="5400000">
              <a:off x="5003585"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grpSp>
      <p:sp>
        <p:nvSpPr>
          <p:cNvPr id="14" name="Tijdelijke aanduiding voor afbeelding 13"/>
          <p:cNvSpPr>
            <a:spLocks noGrp="1"/>
          </p:cNvSpPr>
          <p:nvPr>
            <p:ph type="pic" sz="quarter" idx="13" hasCustomPrompt="1"/>
          </p:nvPr>
        </p:nvSpPr>
        <p:spPr>
          <a:xfrm>
            <a:off x="8533755" y="1252538"/>
            <a:ext cx="3259784" cy="4795837"/>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5"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3590302820"/>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mp; Image 50%/50%">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1"/>
            </a:lvl1pPr>
          </a:lstStyle>
          <a:p>
            <a:r>
              <a:rPr lang="en-GB" noProof="0" dirty="0"/>
              <a:t>Title</a:t>
            </a:r>
          </a:p>
        </p:txBody>
      </p:sp>
      <p:sp>
        <p:nvSpPr>
          <p:cNvPr id="3" name="Tijdelijke aanduiding voor verticale tekst 2"/>
          <p:cNvSpPr>
            <a:spLocks noGrp="1"/>
          </p:cNvSpPr>
          <p:nvPr>
            <p:ph type="body" orient="vert" idx="1" hasCustomPrompt="1"/>
          </p:nvPr>
        </p:nvSpPr>
        <p:spPr>
          <a:xfrm>
            <a:off x="404662" y="1252836"/>
            <a:ext cx="5593347" cy="4795836"/>
          </a:xfrm>
        </p:spPr>
        <p:txBody>
          <a:bodyPr vert="horz"/>
          <a:lstStyle/>
          <a:p>
            <a:pPr lvl="0"/>
            <a:r>
              <a:rPr lang="en-GB" noProof="0" dirty="0"/>
              <a:t>Bullet</a:t>
            </a:r>
          </a:p>
          <a:p>
            <a:pPr lvl="1"/>
            <a:r>
              <a:rPr lang="en-GB" noProof="0" dirty="0"/>
              <a:t>Sub-bullet</a:t>
            </a:r>
          </a:p>
          <a:p>
            <a:pPr lvl="2"/>
            <a:r>
              <a:rPr lang="en-GB" noProof="0" dirty="0"/>
              <a:t>Plain text</a:t>
            </a:r>
          </a:p>
          <a:p>
            <a:pPr lvl="3"/>
            <a:r>
              <a:rPr lang="en-GB" noProof="0" dirty="0"/>
              <a:t>Header dark blue</a:t>
            </a:r>
          </a:p>
          <a:p>
            <a:pPr lvl="4"/>
            <a:r>
              <a:rPr lang="en-GB" noProof="0" dirty="0"/>
              <a:t>Header light blue</a:t>
            </a:r>
          </a:p>
          <a:p>
            <a:pPr lvl="5"/>
            <a:r>
              <a:rPr lang="en-GB" noProof="0" dirty="0"/>
              <a:t>Bullet</a:t>
            </a:r>
          </a:p>
          <a:p>
            <a:pPr lvl="6"/>
            <a:r>
              <a:rPr lang="en-GB" noProof="0" dirty="0"/>
              <a:t>Sub-bullet</a:t>
            </a:r>
          </a:p>
          <a:p>
            <a:pPr lvl="7"/>
            <a:r>
              <a:rPr lang="en-GB" sz="1800" noProof="0" dirty="0"/>
              <a:t>Plain text</a:t>
            </a:r>
          </a:p>
          <a:p>
            <a:pPr lvl="8"/>
            <a:r>
              <a:rPr lang="en-GB" noProof="0" dirty="0"/>
              <a:t>Header dark blue</a:t>
            </a:r>
          </a:p>
        </p:txBody>
      </p:sp>
      <p:grpSp>
        <p:nvGrpSpPr>
          <p:cNvPr id="7" name="Grid" hidden="1"/>
          <p:cNvGrpSpPr/>
          <p:nvPr userDrawn="1"/>
        </p:nvGrpSpPr>
        <p:grpSpPr>
          <a:xfrm>
            <a:off x="-2" y="-1"/>
            <a:ext cx="12198353" cy="6858004"/>
            <a:chOff x="-2" y="-1"/>
            <a:chExt cx="12198353" cy="6858004"/>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rot="5400000">
              <a:off x="2670173"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grpSp>
      <p:sp>
        <p:nvSpPr>
          <p:cNvPr id="14" name="Tijdelijke aanduiding voor afbeelding 13"/>
          <p:cNvSpPr>
            <a:spLocks noGrp="1"/>
          </p:cNvSpPr>
          <p:nvPr>
            <p:ph type="pic" sz="quarter" idx="13" hasCustomPrompt="1"/>
          </p:nvPr>
        </p:nvSpPr>
        <p:spPr>
          <a:xfrm>
            <a:off x="6200775" y="1252538"/>
            <a:ext cx="5592763" cy="4795837"/>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5"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3682767422"/>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mp; Image 25%/75%">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sp>
        <p:nvSpPr>
          <p:cNvPr id="3" name="Tijdelijke aanduiding voor verticale tekst 2"/>
          <p:cNvSpPr>
            <a:spLocks noGrp="1"/>
          </p:cNvSpPr>
          <p:nvPr>
            <p:ph type="body" orient="vert" idx="1" hasCustomPrompt="1"/>
          </p:nvPr>
        </p:nvSpPr>
        <p:spPr>
          <a:xfrm>
            <a:off x="404662" y="1252836"/>
            <a:ext cx="3534273" cy="4795836"/>
          </a:xfrm>
        </p:spPr>
        <p:txBody>
          <a:bodyPr vert="horz"/>
          <a:lstStyle/>
          <a:p>
            <a:pPr lvl="0"/>
            <a:r>
              <a:rPr lang="en-GB" noProof="0" dirty="0"/>
              <a:t>Bullet</a:t>
            </a:r>
          </a:p>
          <a:p>
            <a:pPr lvl="1"/>
            <a:r>
              <a:rPr lang="en-GB" noProof="0" dirty="0"/>
              <a:t>Sub-bullet</a:t>
            </a:r>
          </a:p>
          <a:p>
            <a:pPr lvl="2"/>
            <a:r>
              <a:rPr lang="en-GB" noProof="0" dirty="0"/>
              <a:t>Plain text</a:t>
            </a:r>
          </a:p>
          <a:p>
            <a:pPr lvl="3"/>
            <a:r>
              <a:rPr lang="en-GB" noProof="0" dirty="0"/>
              <a:t>Header dark blue</a:t>
            </a:r>
          </a:p>
          <a:p>
            <a:pPr lvl="4"/>
            <a:r>
              <a:rPr lang="en-GB" noProof="0" dirty="0"/>
              <a:t>Header light blue</a:t>
            </a:r>
          </a:p>
          <a:p>
            <a:pPr lvl="5"/>
            <a:r>
              <a:rPr lang="en-GB" noProof="0" dirty="0"/>
              <a:t>Bullet</a:t>
            </a:r>
          </a:p>
          <a:p>
            <a:pPr lvl="6"/>
            <a:r>
              <a:rPr lang="en-GB" noProof="0" dirty="0"/>
              <a:t>Sub-bullet</a:t>
            </a:r>
          </a:p>
          <a:p>
            <a:pPr lvl="7"/>
            <a:r>
              <a:rPr lang="en-GB" sz="1800" noProof="0" dirty="0"/>
              <a:t>Plain text</a:t>
            </a:r>
          </a:p>
          <a:p>
            <a:pPr lvl="8"/>
            <a:r>
              <a:rPr lang="en-GB" noProof="0" dirty="0"/>
              <a:t>Header dark blue</a:t>
            </a:r>
          </a:p>
        </p:txBody>
      </p:sp>
      <p:grpSp>
        <p:nvGrpSpPr>
          <p:cNvPr id="7" name="Grid" hidden="1"/>
          <p:cNvGrpSpPr/>
          <p:nvPr userDrawn="1"/>
        </p:nvGrpSpPr>
        <p:grpSpPr>
          <a:xfrm>
            <a:off x="-2" y="-1"/>
            <a:ext cx="12198353" cy="6858004"/>
            <a:chOff x="-2" y="-1"/>
            <a:chExt cx="12198353" cy="6858004"/>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rot="5400000">
              <a:off x="611099"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grpSp>
      <p:sp>
        <p:nvSpPr>
          <p:cNvPr id="14" name="Tijdelijke aanduiding voor afbeelding 13"/>
          <p:cNvSpPr>
            <a:spLocks noGrp="1"/>
          </p:cNvSpPr>
          <p:nvPr>
            <p:ph type="pic" sz="quarter" idx="13" hasCustomPrompt="1"/>
          </p:nvPr>
        </p:nvSpPr>
        <p:spPr>
          <a:xfrm>
            <a:off x="4141267" y="1252538"/>
            <a:ext cx="7652271" cy="4795837"/>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5"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4132317621"/>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100%">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grpSp>
        <p:nvGrpSpPr>
          <p:cNvPr id="7" name="Grid" hidden="1"/>
          <p:cNvGrpSpPr/>
          <p:nvPr userDrawn="1"/>
        </p:nvGrpSpPr>
        <p:grpSpPr>
          <a:xfrm>
            <a:off x="-2" y="-1"/>
            <a:ext cx="12198353" cy="6858003"/>
            <a:chOff x="-2" y="-1"/>
            <a:chExt cx="12198353" cy="6858003"/>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grpSp>
      <p:sp>
        <p:nvSpPr>
          <p:cNvPr id="14" name="Tijdelijke aanduiding voor afbeelding 13"/>
          <p:cNvSpPr>
            <a:spLocks noGrp="1"/>
          </p:cNvSpPr>
          <p:nvPr>
            <p:ph type="pic" sz="quarter" idx="13" hasCustomPrompt="1"/>
          </p:nvPr>
        </p:nvSpPr>
        <p:spPr>
          <a:xfrm>
            <a:off x="404663" y="1252538"/>
            <a:ext cx="11388876" cy="4795837"/>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3"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3929258224"/>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mp; Image 4x">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sp>
        <p:nvSpPr>
          <p:cNvPr id="3" name="Tijdelijke aanduiding voor verticale tekst 2"/>
          <p:cNvSpPr>
            <a:spLocks noGrp="1"/>
          </p:cNvSpPr>
          <p:nvPr>
            <p:ph type="body" orient="vert" idx="1" hasCustomPrompt="1"/>
          </p:nvPr>
        </p:nvSpPr>
        <p:spPr>
          <a:xfrm>
            <a:off x="404662" y="1252836"/>
            <a:ext cx="5593347" cy="4795836"/>
          </a:xfrm>
        </p:spPr>
        <p:txBody>
          <a:bodyPr vert="horz"/>
          <a:lstStyle/>
          <a:p>
            <a:pPr lvl="0"/>
            <a:r>
              <a:rPr lang="en-GB" noProof="0" dirty="0"/>
              <a:t>Bullet</a:t>
            </a:r>
          </a:p>
          <a:p>
            <a:pPr lvl="1"/>
            <a:r>
              <a:rPr lang="en-GB" noProof="0" dirty="0"/>
              <a:t>Sub-bullet</a:t>
            </a:r>
          </a:p>
          <a:p>
            <a:pPr lvl="2"/>
            <a:r>
              <a:rPr lang="en-GB" noProof="0" dirty="0"/>
              <a:t>Plain text</a:t>
            </a:r>
          </a:p>
          <a:p>
            <a:pPr lvl="3"/>
            <a:r>
              <a:rPr lang="en-GB" noProof="0" dirty="0"/>
              <a:t>Header dark blue</a:t>
            </a:r>
          </a:p>
          <a:p>
            <a:pPr lvl="4"/>
            <a:r>
              <a:rPr lang="en-GB" noProof="0" dirty="0"/>
              <a:t>Header light blue</a:t>
            </a:r>
          </a:p>
          <a:p>
            <a:pPr lvl="5"/>
            <a:r>
              <a:rPr lang="en-GB" noProof="0" dirty="0"/>
              <a:t>Bullet</a:t>
            </a:r>
          </a:p>
          <a:p>
            <a:pPr lvl="6"/>
            <a:r>
              <a:rPr lang="en-GB" noProof="0" dirty="0"/>
              <a:t>Sub-bullet</a:t>
            </a:r>
          </a:p>
          <a:p>
            <a:pPr lvl="7"/>
            <a:r>
              <a:rPr lang="en-GB" sz="1800" noProof="0" dirty="0"/>
              <a:t>Plain text</a:t>
            </a:r>
          </a:p>
          <a:p>
            <a:pPr lvl="8"/>
            <a:r>
              <a:rPr lang="en-GB" noProof="0" dirty="0"/>
              <a:t>Header dark blue</a:t>
            </a:r>
          </a:p>
        </p:txBody>
      </p:sp>
      <p:grpSp>
        <p:nvGrpSpPr>
          <p:cNvPr id="7" name="Grid" hidden="1"/>
          <p:cNvGrpSpPr/>
          <p:nvPr userDrawn="1"/>
        </p:nvGrpSpPr>
        <p:grpSpPr>
          <a:xfrm>
            <a:off x="-2" y="-1"/>
            <a:ext cx="12218777" cy="6858004"/>
            <a:chOff x="-2" y="-1"/>
            <a:chExt cx="12218777" cy="6858004"/>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rot="5400000">
              <a:off x="2670173"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5" name="Rechthoek 14"/>
            <p:cNvSpPr/>
            <p:nvPr userDrawn="1"/>
          </p:nvSpPr>
          <p:spPr bwMode="auto">
            <a:xfrm rot="5400000">
              <a:off x="5568012"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6" name="Rechthoek 15"/>
            <p:cNvSpPr/>
            <p:nvPr userDrawn="1"/>
          </p:nvSpPr>
          <p:spPr bwMode="auto">
            <a:xfrm rot="10800000">
              <a:off x="5360772" y="3549589"/>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grpSp>
      <p:sp>
        <p:nvSpPr>
          <p:cNvPr id="14" name="Tijdelijke aanduiding voor afbeelding 13"/>
          <p:cNvSpPr>
            <a:spLocks noGrp="1"/>
          </p:cNvSpPr>
          <p:nvPr>
            <p:ph type="pic" sz="quarter" idx="13" hasCustomPrompt="1"/>
          </p:nvPr>
        </p:nvSpPr>
        <p:spPr>
          <a:xfrm>
            <a:off x="6200776" y="1252538"/>
            <a:ext cx="2695072" cy="2297049"/>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7" name="Tijdelijke aanduiding voor afbeelding 13"/>
          <p:cNvSpPr>
            <a:spLocks noGrp="1"/>
          </p:cNvSpPr>
          <p:nvPr>
            <p:ph type="pic" sz="quarter" idx="14" hasCustomPrompt="1"/>
          </p:nvPr>
        </p:nvSpPr>
        <p:spPr>
          <a:xfrm>
            <a:off x="9098614" y="1252538"/>
            <a:ext cx="2695072" cy="2297049"/>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8" name="Tijdelijke aanduiding voor afbeelding 13"/>
          <p:cNvSpPr>
            <a:spLocks noGrp="1"/>
          </p:cNvSpPr>
          <p:nvPr>
            <p:ph type="pic" sz="quarter" idx="15" hasCustomPrompt="1"/>
          </p:nvPr>
        </p:nvSpPr>
        <p:spPr>
          <a:xfrm>
            <a:off x="6200776" y="3751623"/>
            <a:ext cx="2695072" cy="2297049"/>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9" name="Tijdelijke aanduiding voor afbeelding 13"/>
          <p:cNvSpPr>
            <a:spLocks noGrp="1"/>
          </p:cNvSpPr>
          <p:nvPr>
            <p:ph type="pic" sz="quarter" idx="16" hasCustomPrompt="1"/>
          </p:nvPr>
        </p:nvSpPr>
        <p:spPr>
          <a:xfrm>
            <a:off x="9098614" y="3751623"/>
            <a:ext cx="2695072" cy="2297049"/>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20"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3673173449"/>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mp; Image 2x">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sp>
        <p:nvSpPr>
          <p:cNvPr id="3" name="Tijdelijke aanduiding voor verticale tekst 2"/>
          <p:cNvSpPr>
            <a:spLocks noGrp="1"/>
          </p:cNvSpPr>
          <p:nvPr>
            <p:ph type="body" orient="vert" idx="1" hasCustomPrompt="1"/>
          </p:nvPr>
        </p:nvSpPr>
        <p:spPr>
          <a:xfrm>
            <a:off x="404662" y="1252836"/>
            <a:ext cx="5593347" cy="4795836"/>
          </a:xfrm>
        </p:spPr>
        <p:txBody>
          <a:bodyPr vert="horz"/>
          <a:lstStyle/>
          <a:p>
            <a:pPr lvl="0"/>
            <a:r>
              <a:rPr lang="en-GB" noProof="0" dirty="0"/>
              <a:t>Bullet</a:t>
            </a:r>
          </a:p>
          <a:p>
            <a:pPr lvl="1"/>
            <a:r>
              <a:rPr lang="en-GB" noProof="0" dirty="0"/>
              <a:t>Sub-bullet</a:t>
            </a:r>
          </a:p>
          <a:p>
            <a:pPr lvl="2"/>
            <a:r>
              <a:rPr lang="en-GB" noProof="0" dirty="0"/>
              <a:t>Plain text</a:t>
            </a:r>
          </a:p>
          <a:p>
            <a:pPr lvl="3"/>
            <a:r>
              <a:rPr lang="en-GB" noProof="0" dirty="0"/>
              <a:t>Header dark blue</a:t>
            </a:r>
          </a:p>
          <a:p>
            <a:pPr lvl="4"/>
            <a:r>
              <a:rPr lang="en-GB" noProof="0" dirty="0"/>
              <a:t>Header light blue</a:t>
            </a:r>
          </a:p>
          <a:p>
            <a:pPr lvl="5"/>
            <a:r>
              <a:rPr lang="en-GB" noProof="0" dirty="0"/>
              <a:t>Bullet</a:t>
            </a:r>
          </a:p>
          <a:p>
            <a:pPr lvl="6"/>
            <a:r>
              <a:rPr lang="en-GB" noProof="0" dirty="0"/>
              <a:t>Sub-bullet</a:t>
            </a:r>
          </a:p>
          <a:p>
            <a:pPr lvl="7"/>
            <a:r>
              <a:rPr lang="en-GB" sz="1800" noProof="0" dirty="0"/>
              <a:t>Plain text</a:t>
            </a:r>
          </a:p>
          <a:p>
            <a:pPr lvl="8"/>
            <a:r>
              <a:rPr lang="en-GB" noProof="0" dirty="0"/>
              <a:t>Header dark blue</a:t>
            </a:r>
          </a:p>
        </p:txBody>
      </p:sp>
      <p:grpSp>
        <p:nvGrpSpPr>
          <p:cNvPr id="7" name="Grid" hidden="1"/>
          <p:cNvGrpSpPr/>
          <p:nvPr userDrawn="1"/>
        </p:nvGrpSpPr>
        <p:grpSpPr>
          <a:xfrm>
            <a:off x="-2" y="-1"/>
            <a:ext cx="12198353" cy="6858004"/>
            <a:chOff x="-2" y="-1"/>
            <a:chExt cx="12198353" cy="6858004"/>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rot="5400000">
              <a:off x="2670173"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5" name="Rechthoek 14"/>
            <p:cNvSpPr/>
            <p:nvPr userDrawn="1"/>
          </p:nvSpPr>
          <p:spPr bwMode="auto">
            <a:xfrm rot="5400000">
              <a:off x="5568012" y="3327836"/>
              <a:ext cx="6858003" cy="202331"/>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grpSp>
      <p:sp>
        <p:nvSpPr>
          <p:cNvPr id="14" name="Tijdelijke aanduiding voor afbeelding 13"/>
          <p:cNvSpPr>
            <a:spLocks noGrp="1"/>
          </p:cNvSpPr>
          <p:nvPr>
            <p:ph type="pic" sz="quarter" idx="13" hasCustomPrompt="1"/>
          </p:nvPr>
        </p:nvSpPr>
        <p:spPr>
          <a:xfrm>
            <a:off x="6200341" y="1252538"/>
            <a:ext cx="2695072" cy="4796134"/>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7" name="Tijdelijke aanduiding voor afbeelding 13"/>
          <p:cNvSpPr>
            <a:spLocks noGrp="1"/>
          </p:cNvSpPr>
          <p:nvPr>
            <p:ph type="pic" sz="quarter" idx="14" hasCustomPrompt="1"/>
          </p:nvPr>
        </p:nvSpPr>
        <p:spPr>
          <a:xfrm>
            <a:off x="9098179" y="1252538"/>
            <a:ext cx="2695072" cy="4796134"/>
          </a:xfrm>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an image</a:t>
            </a:r>
          </a:p>
        </p:txBody>
      </p:sp>
      <p:sp>
        <p:nvSpPr>
          <p:cNvPr id="16"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4146982251"/>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raph 100%">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grpSp>
        <p:nvGrpSpPr>
          <p:cNvPr id="7" name="Grid" hidden="1"/>
          <p:cNvGrpSpPr/>
          <p:nvPr userDrawn="1"/>
        </p:nvGrpSpPr>
        <p:grpSpPr>
          <a:xfrm>
            <a:off x="-2" y="-1"/>
            <a:ext cx="12198353" cy="6858003"/>
            <a:chOff x="-2" y="-1"/>
            <a:chExt cx="12198353" cy="6858003"/>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grpSp>
      <p:sp>
        <p:nvSpPr>
          <p:cNvPr id="4" name="Tijdelijke aanduiding voor grafiek 3"/>
          <p:cNvSpPr>
            <a:spLocks noGrp="1"/>
          </p:cNvSpPr>
          <p:nvPr>
            <p:ph type="chart" sz="quarter" idx="13" hasCustomPrompt="1"/>
          </p:nvPr>
        </p:nvSpPr>
        <p:spPr>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 graph</a:t>
            </a:r>
          </a:p>
        </p:txBody>
      </p:sp>
      <p:sp>
        <p:nvSpPr>
          <p:cNvPr id="13"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2702950967"/>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deo 100%">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Title</a:t>
            </a:r>
          </a:p>
        </p:txBody>
      </p:sp>
      <p:grpSp>
        <p:nvGrpSpPr>
          <p:cNvPr id="7" name="Grid" hidden="1"/>
          <p:cNvGrpSpPr/>
          <p:nvPr userDrawn="1"/>
        </p:nvGrpSpPr>
        <p:grpSpPr>
          <a:xfrm>
            <a:off x="-2" y="-1"/>
            <a:ext cx="12198353" cy="6858003"/>
            <a:chOff x="-2" y="-1"/>
            <a:chExt cx="12198353" cy="6858003"/>
          </a:xfrm>
        </p:grpSpPr>
        <p:sp>
          <p:nvSpPr>
            <p:cNvPr id="8" name="Rechthoek 7"/>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9" name="Rechthoek 8"/>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0" name="Rechthoek 9"/>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1" name="Rechthoek 10"/>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2" name="Rechthoek 11"/>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grpSp>
      <p:sp>
        <p:nvSpPr>
          <p:cNvPr id="13" name="Tijdelijke aanduiding voor media 12"/>
          <p:cNvSpPr>
            <a:spLocks noGrp="1"/>
          </p:cNvSpPr>
          <p:nvPr>
            <p:ph type="media" sz="quarter" idx="13" hasCustomPrompt="1"/>
          </p:nvPr>
        </p:nvSpPr>
        <p:spPr>
          <a:solidFill>
            <a:schemeClr val="tx2">
              <a:lumMod val="20000"/>
              <a:lumOff val="80000"/>
            </a:schemeClr>
          </a:solidFill>
        </p:spPr>
        <p:txBody>
          <a:bodyPr bIns="180000" anchor="ctr">
            <a:normAutofit/>
          </a:bodyPr>
          <a:lstStyle>
            <a:lvl1pPr marL="0" indent="0" algn="ctr">
              <a:lnSpc>
                <a:spcPct val="250000"/>
              </a:lnSpc>
              <a:buNone/>
              <a:defRPr sz="1400" baseline="0"/>
            </a:lvl1pPr>
          </a:lstStyle>
          <a:p>
            <a:r>
              <a:rPr lang="en-GB" noProof="0" dirty="0"/>
              <a:t>Click here to insert</a:t>
            </a:r>
            <a:br>
              <a:rPr lang="en-GB" noProof="0" dirty="0"/>
            </a:br>
            <a:r>
              <a:rPr lang="en-GB" noProof="0" dirty="0"/>
              <a:t>a video</a:t>
            </a:r>
          </a:p>
        </p:txBody>
      </p:sp>
      <p:sp>
        <p:nvSpPr>
          <p:cNvPr id="14" name="Tijdelijke aanduiding voor dianummer 5"/>
          <p:cNvSpPr>
            <a:spLocks noGrp="1"/>
          </p:cNvSpPr>
          <p:nvPr>
            <p:ph type="sldNum" sz="quarter" idx="4"/>
          </p:nvPr>
        </p:nvSpPr>
        <p:spPr>
          <a:xfrm>
            <a:off x="9132784" y="6473105"/>
            <a:ext cx="2744787" cy="365125"/>
          </a:xfrm>
          <a:prstGeom prst="rect">
            <a:avLst/>
          </a:prstGeom>
        </p:spPr>
        <p:txBody>
          <a:bodyPr vert="horz" lIns="91440" tIns="45720" rIns="91440" bIns="45720" rtlCol="0" anchor="ctr"/>
          <a:lstStyle>
            <a:lvl1pPr algn="r">
              <a:defRPr sz="1200">
                <a:solidFill>
                  <a:schemeClr val="bg1"/>
                </a:solidFill>
              </a:defRPr>
            </a:lvl1pPr>
          </a:lstStyle>
          <a:p>
            <a:fld id="{5EE7099E-8998-4851-915A-4F4831808297}" type="slidenum">
              <a:rPr lang="nl-NL" smtClean="0"/>
              <a:pPr/>
              <a:t>‹#›</a:t>
            </a:fld>
            <a:endParaRPr lang="nl-NL"/>
          </a:p>
        </p:txBody>
      </p:sp>
    </p:spTree>
    <p:extLst>
      <p:ext uri="{BB962C8B-B14F-4D97-AF65-F5344CB8AC3E}">
        <p14:creationId xmlns:p14="http://schemas.microsoft.com/office/powerpoint/2010/main" val="2653170741"/>
      </p:ext>
    </p:extLst>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6" name="Tijdelijke aanduiding voor tekst 5"/>
          <p:cNvSpPr>
            <a:spLocks noGrp="1"/>
          </p:cNvSpPr>
          <p:nvPr>
            <p:ph type="body" sz="quarter" idx="12" hasCustomPrompt="1"/>
          </p:nvPr>
        </p:nvSpPr>
        <p:spPr>
          <a:xfrm>
            <a:off x="1" y="1"/>
            <a:ext cx="12198350" cy="4521939"/>
          </a:xfrm>
          <a:solidFill>
            <a:schemeClr val="bg2"/>
          </a:solidFill>
        </p:spPr>
        <p:txBody>
          <a:bodyPr>
            <a:normAutofit/>
          </a:bodyPr>
          <a:lstStyle>
            <a:lvl1pPr marL="0" indent="0">
              <a:buNone/>
              <a:defRPr sz="100">
                <a:solidFill>
                  <a:schemeClr val="bg2"/>
                </a:solidFill>
              </a:defRPr>
            </a:lvl1pPr>
          </a:lstStyle>
          <a:p>
            <a:pPr lvl="0"/>
            <a:r>
              <a:rPr lang="en-GB" noProof="0" dirty="0"/>
              <a:t>..</a:t>
            </a:r>
          </a:p>
        </p:txBody>
      </p:sp>
      <p:sp>
        <p:nvSpPr>
          <p:cNvPr id="2" name="Titel 1"/>
          <p:cNvSpPr>
            <a:spLocks noGrp="1"/>
          </p:cNvSpPr>
          <p:nvPr>
            <p:ph type="title" hasCustomPrompt="1"/>
          </p:nvPr>
        </p:nvSpPr>
        <p:spPr>
          <a:xfrm>
            <a:off x="1490663" y="1052736"/>
            <a:ext cx="10225136" cy="1656184"/>
          </a:xfrm>
        </p:spPr>
        <p:txBody>
          <a:bodyPr/>
          <a:lstStyle>
            <a:lvl1pPr algn="l">
              <a:defRPr sz="5400">
                <a:solidFill>
                  <a:schemeClr val="bg1"/>
                </a:solidFill>
              </a:defRPr>
            </a:lvl1pPr>
          </a:lstStyle>
          <a:p>
            <a:r>
              <a:rPr lang="en-GB" noProof="0" dirty="0"/>
              <a:t>Title closure</a:t>
            </a:r>
          </a:p>
        </p:txBody>
      </p:sp>
      <p:grpSp>
        <p:nvGrpSpPr>
          <p:cNvPr id="11" name="Grid" hidden="1"/>
          <p:cNvGrpSpPr/>
          <p:nvPr userDrawn="1"/>
        </p:nvGrpSpPr>
        <p:grpSpPr>
          <a:xfrm>
            <a:off x="-3" y="-1"/>
            <a:ext cx="12198354" cy="6858004"/>
            <a:chOff x="-3" y="-1"/>
            <a:chExt cx="12198354" cy="6858004"/>
          </a:xfrm>
        </p:grpSpPr>
        <p:sp>
          <p:nvSpPr>
            <p:cNvPr id="12" name="Rechthoek 11"/>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rot="5400000">
              <a:off x="-3205847" y="3205844"/>
              <a:ext cx="6858003" cy="446316"/>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4" name="Rechthoek 13"/>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5" name="Rechthoek 14"/>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6" name="Rechthoek 15"/>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grpSp>
      <p:sp>
        <p:nvSpPr>
          <p:cNvPr id="19" name="Rechthoek 18"/>
          <p:cNvSpPr/>
          <p:nvPr userDrawn="1"/>
        </p:nvSpPr>
        <p:spPr bwMode="auto">
          <a:xfrm>
            <a:off x="0" y="6453336"/>
            <a:ext cx="12198350" cy="404664"/>
          </a:xfrm>
          <a:prstGeom prst="rect">
            <a:avLst/>
          </a:prstGeom>
          <a:solidFill>
            <a:schemeClr val="bg2"/>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en-GB" sz="2000" b="0" i="0" u="none" strike="noStrike" cap="none" normalizeH="0" baseline="0" noProof="0" dirty="0">
              <a:ln>
                <a:noFill/>
              </a:ln>
              <a:solidFill>
                <a:schemeClr val="bg1"/>
              </a:solidFill>
              <a:effectLst/>
              <a:latin typeface="Minion" pitchFamily="2" charset="0"/>
            </a:endParaRP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02313" y="6543376"/>
            <a:ext cx="3588750" cy="270000"/>
          </a:xfrm>
          <a:prstGeom prst="rect">
            <a:avLst/>
          </a:prstGeom>
        </p:spPr>
      </p:pic>
      <p:pic>
        <p:nvPicPr>
          <p:cNvPr id="3" name="Picture 2">
            <a:extLst>
              <a:ext uri="{FF2B5EF4-FFF2-40B4-BE49-F238E27FC236}">
                <a16:creationId xmlns:a16="http://schemas.microsoft.com/office/drawing/2014/main" id="{3ADCC092-E9CD-3E17-A907-B36DE97D9AF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1842" y="4594421"/>
            <a:ext cx="3182840" cy="1768245"/>
          </a:xfrm>
          <a:prstGeom prst="rect">
            <a:avLst/>
          </a:prstGeom>
        </p:spPr>
      </p:pic>
    </p:spTree>
    <p:extLst>
      <p:ext uri="{BB962C8B-B14F-4D97-AF65-F5344CB8AC3E}">
        <p14:creationId xmlns:p14="http://schemas.microsoft.com/office/powerpoint/2010/main" val="361301136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 presetClass="entr" presetSubtype="1" decel="100000" fill="hold" grpId="0" nodeType="withEffect">
                                  <p:stCondLst>
                                    <p:cond delay="250"/>
                                  </p:stCondLst>
                                  <p:childTnLst>
                                    <p:set>
                                      <p:cBhvr>
                                        <p:cTn id="9" dur="1" fill="hold">
                                          <p:stCondLst>
                                            <p:cond delay="0"/>
                                          </p:stCondLst>
                                        </p:cTn>
                                        <p:tgtEl>
                                          <p:spTgt spid="6">
                                            <p:bg/>
                                          </p:spTgt>
                                        </p:tgtEl>
                                        <p:attrNameLst>
                                          <p:attrName>style.visibility</p:attrName>
                                        </p:attrNameLst>
                                      </p:cBhvr>
                                      <p:to>
                                        <p:strVal val="visible"/>
                                      </p:to>
                                    </p:set>
                                    <p:anim calcmode="lin" valueType="num">
                                      <p:cBhvr additive="base">
                                        <p:cTn id="10" dur="1000" fill="hold"/>
                                        <p:tgtEl>
                                          <p:spTgt spid="6">
                                            <p:bg/>
                                          </p:spTgt>
                                        </p:tgtEl>
                                        <p:attrNameLst>
                                          <p:attrName>ppt_x</p:attrName>
                                        </p:attrNameLst>
                                      </p:cBhvr>
                                      <p:tavLst>
                                        <p:tav tm="0">
                                          <p:val>
                                            <p:strVal val="#ppt_x"/>
                                          </p:val>
                                        </p:tav>
                                        <p:tav tm="100000">
                                          <p:val>
                                            <p:strVal val="#ppt_x"/>
                                          </p:val>
                                        </p:tav>
                                      </p:tavLst>
                                    </p:anim>
                                    <p:anim calcmode="lin" valueType="num">
                                      <p:cBhvr additive="base">
                                        <p:cTn id="11" dur="1000" fill="hold"/>
                                        <p:tgtEl>
                                          <p:spTgt spid="6">
                                            <p:bg/>
                                          </p:spTgt>
                                        </p:tgtEl>
                                        <p:attrNameLst>
                                          <p:attrName>ppt_y</p:attrName>
                                        </p:attrNameLst>
                                      </p:cBhvr>
                                      <p:tavLst>
                                        <p:tav tm="0">
                                          <p:val>
                                            <p:strVal val="0-#ppt_h/2"/>
                                          </p:val>
                                        </p:tav>
                                        <p:tav tm="100000">
                                          <p:val>
                                            <p:strVal val="#ppt_y"/>
                                          </p:val>
                                        </p:tav>
                                      </p:tavLst>
                                    </p:anim>
                                  </p:childTnLst>
                                </p:cTn>
                              </p:par>
                              <p:par>
                                <p:cTn id="12" presetID="2" presetClass="entr" presetSubtype="1" decel="100000" fill="hold" grpId="0" nodeType="withEffect">
                                  <p:stCondLst>
                                    <p:cond delay="250"/>
                                  </p:stCondLst>
                                  <p:childTnLst>
                                    <p:set>
                                      <p:cBhvr>
                                        <p:cTn id="13" dur="1" fill="hold">
                                          <p:stCondLst>
                                            <p:cond delay="0"/>
                                          </p:stCondLst>
                                        </p:cTn>
                                        <p:tgtEl>
                                          <p:spTgt spid="6">
                                            <p:txEl>
                                              <p:pRg st="0" end="0"/>
                                            </p:txEl>
                                          </p:spTgt>
                                        </p:tgtEl>
                                        <p:attrNameLst>
                                          <p:attrName>style.visibility</p:attrName>
                                        </p:attrNameLst>
                                      </p:cBhvr>
                                      <p:to>
                                        <p:strVal val="visible"/>
                                      </p:to>
                                    </p:set>
                                    <p:anim calcmode="lin" valueType="num">
                                      <p:cBhvr additive="base">
                                        <p:cTn id="1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5" dur="1000" fill="hold"/>
                                        <p:tgtEl>
                                          <p:spTgt spid="6">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2" presetClass="entr" presetSubtype="1" decel="10000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1000" fill="hold"/>
                        <p:tgtEl>
                          <p:spTgt spid="6"/>
                        </p:tgtEl>
                        <p:attrNameLst>
                          <p:attrName>ppt_x</p:attrName>
                        </p:attrNameLst>
                      </p:cBhvr>
                      <p:tavLst>
                        <p:tav tm="0">
                          <p:val>
                            <p:strVal val="#ppt_x"/>
                          </p:val>
                        </p:tav>
                        <p:tav tm="100000">
                          <p:val>
                            <p:strVal val="#ppt_x"/>
                          </p:val>
                        </p:tav>
                      </p:tavLst>
                    </p:anim>
                    <p:anim calcmode="lin" valueType="num">
                      <p:cBhvr additive="base">
                        <p:cTn dur="1000" fill="hold"/>
                        <p:tgtEl>
                          <p:spTgt spid="6"/>
                        </p:tgtEl>
                        <p:attrNameLst>
                          <p:attrName>ppt_y</p:attrName>
                        </p:attrNameLst>
                      </p:cBhvr>
                      <p:tavLst>
                        <p:tav tm="0">
                          <p:val>
                            <p:strVal val="0-#ppt_h/2"/>
                          </p:val>
                        </p:tav>
                        <p:tav tm="100000">
                          <p:val>
                            <p:strVal val="#ppt_y"/>
                          </p:val>
                        </p:tav>
                      </p:tavLst>
                    </p:anim>
                  </p:childTnLst>
                </p:cTn>
              </p:par>
            </p:tnLst>
          </p:tmpl>
          <p:tmpl lvl="1">
            <p:tnLst>
              <p:par>
                <p:cTn presetID="2" presetClass="entr" presetSubtype="1" decel="100000" fill="hold" nodeType="withEffect">
                  <p:stCondLst>
                    <p:cond delay="25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1000" fill="hold"/>
                        <p:tgtEl>
                          <p:spTgt spid="6"/>
                        </p:tgtEl>
                        <p:attrNameLst>
                          <p:attrName>ppt_x</p:attrName>
                        </p:attrNameLst>
                      </p:cBhvr>
                      <p:tavLst>
                        <p:tav tm="0">
                          <p:val>
                            <p:strVal val="#ppt_x"/>
                          </p:val>
                        </p:tav>
                        <p:tav tm="100000">
                          <p:val>
                            <p:strVal val="#ppt_x"/>
                          </p:val>
                        </p:tav>
                      </p:tavLst>
                    </p:anim>
                    <p:anim calcmode="lin" valueType="num">
                      <p:cBhvr additive="base">
                        <p:cTn dur="1000" fill="hold"/>
                        <p:tgtEl>
                          <p:spTgt spid="6"/>
                        </p:tgtEl>
                        <p:attrNameLst>
                          <p:attrName>ppt_y</p:attrName>
                        </p:attrNameLst>
                      </p:cBhvr>
                      <p:tavLst>
                        <p:tav tm="0">
                          <p:val>
                            <p:strVal val="0-#ppt_h/2"/>
                          </p:val>
                        </p:tav>
                        <p:tav tm="100000">
                          <p:val>
                            <p:strVal val="#ppt_y"/>
                          </p:val>
                        </p:tav>
                      </p:tavLst>
                    </p:anim>
                  </p:childTnLst>
                </p:cTn>
              </p:par>
            </p:tnLst>
          </p:tmpl>
        </p:tmplLst>
      </p:bldP>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04662" y="404664"/>
            <a:ext cx="11389024" cy="432048"/>
          </a:xfrm>
          <a:prstGeom prst="rect">
            <a:avLst/>
          </a:prstGeom>
        </p:spPr>
        <p:txBody>
          <a:bodyPr vert="horz" lIns="0" tIns="0" rIns="0" bIns="0" rtlCol="0" anchor="ctr">
            <a:noAutofit/>
          </a:bodyPr>
          <a:lstStyle/>
          <a:p>
            <a:r>
              <a:rPr lang="en-GB" noProof="0" dirty="0"/>
              <a:t>Title</a:t>
            </a:r>
          </a:p>
        </p:txBody>
      </p:sp>
      <p:sp>
        <p:nvSpPr>
          <p:cNvPr id="3" name="Tijdelijke aanduiding voor tekst 2"/>
          <p:cNvSpPr>
            <a:spLocks noGrp="1"/>
          </p:cNvSpPr>
          <p:nvPr>
            <p:ph type="body" idx="1"/>
          </p:nvPr>
        </p:nvSpPr>
        <p:spPr>
          <a:xfrm>
            <a:off x="404662" y="1252836"/>
            <a:ext cx="11389023" cy="4795836"/>
          </a:xfrm>
          <a:prstGeom prst="rect">
            <a:avLst/>
          </a:prstGeom>
        </p:spPr>
        <p:txBody>
          <a:bodyPr vert="horz" lIns="0" tIns="0" rIns="0" bIns="0" rtlCol="0">
            <a:normAutofit/>
          </a:bodyPr>
          <a:lstStyle/>
          <a:p>
            <a:pPr lvl="0"/>
            <a:r>
              <a:rPr lang="en-GB" noProof="0" dirty="0"/>
              <a:t>Bullet</a:t>
            </a:r>
          </a:p>
          <a:p>
            <a:pPr lvl="1"/>
            <a:r>
              <a:rPr lang="en-GB" noProof="0" dirty="0"/>
              <a:t>Sub-bullet</a:t>
            </a:r>
          </a:p>
          <a:p>
            <a:pPr lvl="2"/>
            <a:r>
              <a:rPr lang="en-GB" noProof="0" dirty="0"/>
              <a:t>Plain text</a:t>
            </a:r>
          </a:p>
          <a:p>
            <a:pPr lvl="3"/>
            <a:r>
              <a:rPr lang="en-GB" noProof="0" dirty="0"/>
              <a:t>Header dark blue</a:t>
            </a:r>
          </a:p>
          <a:p>
            <a:pPr lvl="4"/>
            <a:r>
              <a:rPr lang="en-GB" noProof="0" dirty="0"/>
              <a:t>Header light blue</a:t>
            </a:r>
          </a:p>
          <a:p>
            <a:pPr lvl="5"/>
            <a:r>
              <a:rPr lang="en-GB" noProof="0" dirty="0"/>
              <a:t>Bullet</a:t>
            </a:r>
          </a:p>
          <a:p>
            <a:pPr lvl="6"/>
            <a:r>
              <a:rPr lang="en-GB" noProof="0" dirty="0"/>
              <a:t>Sub-bullet</a:t>
            </a:r>
          </a:p>
          <a:p>
            <a:pPr lvl="7"/>
            <a:r>
              <a:rPr lang="en-GB" sz="1800" noProof="0" dirty="0"/>
              <a:t>Plain text</a:t>
            </a:r>
          </a:p>
          <a:p>
            <a:pPr lvl="8"/>
            <a:r>
              <a:rPr lang="en-GB" noProof="0" dirty="0"/>
              <a:t>Header dark blue</a:t>
            </a:r>
          </a:p>
        </p:txBody>
      </p:sp>
      <p:grpSp>
        <p:nvGrpSpPr>
          <p:cNvPr id="11" name="Grid" hidden="1"/>
          <p:cNvGrpSpPr/>
          <p:nvPr userDrawn="1"/>
        </p:nvGrpSpPr>
        <p:grpSpPr>
          <a:xfrm>
            <a:off x="-2" y="-1"/>
            <a:ext cx="12198353" cy="6858003"/>
            <a:chOff x="-2" y="-1"/>
            <a:chExt cx="12198353" cy="6858003"/>
          </a:xfrm>
        </p:grpSpPr>
        <p:sp>
          <p:nvSpPr>
            <p:cNvPr id="7" name="Rechthoek 6"/>
            <p:cNvSpPr/>
            <p:nvPr userDrawn="1"/>
          </p:nvSpPr>
          <p:spPr bwMode="auto">
            <a:xfrm>
              <a:off x="0" y="0"/>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8" name="Rechthoek 7"/>
            <p:cNvSpPr/>
            <p:nvPr userDrawn="1"/>
          </p:nvSpPr>
          <p:spPr bwMode="auto">
            <a:xfrm rot="5400000">
              <a:off x="-3226672"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9" name="Rechthoek 8"/>
            <p:cNvSpPr/>
            <p:nvPr userDrawn="1"/>
          </p:nvSpPr>
          <p:spPr bwMode="auto">
            <a:xfrm rot="5400000">
              <a:off x="8567017" y="3226669"/>
              <a:ext cx="6858003"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dirty="0">
                <a:ln>
                  <a:noFill/>
                </a:ln>
                <a:solidFill>
                  <a:schemeClr val="bg1"/>
                </a:solidFill>
                <a:effectLst/>
                <a:latin typeface="Minion" pitchFamily="2" charset="0"/>
              </a:endParaRPr>
            </a:p>
          </p:txBody>
        </p:sp>
        <p:sp>
          <p:nvSpPr>
            <p:cNvPr id="12" name="Rechthoek 11"/>
            <p:cNvSpPr/>
            <p:nvPr userDrawn="1"/>
          </p:nvSpPr>
          <p:spPr bwMode="auto">
            <a:xfrm>
              <a:off x="0" y="8481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sp>
          <p:nvSpPr>
            <p:cNvPr id="13" name="Rechthoek 12"/>
            <p:cNvSpPr/>
            <p:nvPr userDrawn="1"/>
          </p:nvSpPr>
          <p:spPr bwMode="auto">
            <a:xfrm>
              <a:off x="0" y="6048672"/>
              <a:ext cx="12198350" cy="404664"/>
            </a:xfrm>
            <a:prstGeom prst="rect">
              <a:avLst/>
            </a:prstGeom>
            <a:solidFill>
              <a:schemeClr val="accent1">
                <a:alpha val="50000"/>
              </a:schemeClr>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nl-NL" sz="2000" b="0" i="0" u="none" strike="noStrike" cap="none" normalizeH="0" baseline="0">
                <a:ln>
                  <a:noFill/>
                </a:ln>
                <a:solidFill>
                  <a:schemeClr val="bg1"/>
                </a:solidFill>
                <a:effectLst/>
                <a:latin typeface="Minion" pitchFamily="2" charset="0"/>
              </a:endParaRPr>
            </a:p>
          </p:txBody>
        </p:sp>
      </p:grpSp>
      <p:sp>
        <p:nvSpPr>
          <p:cNvPr id="20" name="Rechthoek 19"/>
          <p:cNvSpPr/>
          <p:nvPr userDrawn="1"/>
        </p:nvSpPr>
        <p:spPr bwMode="auto">
          <a:xfrm>
            <a:off x="0" y="6453336"/>
            <a:ext cx="12198350" cy="404664"/>
          </a:xfrm>
          <a:prstGeom prst="rect">
            <a:avLst/>
          </a:prstGeom>
          <a:solidFill>
            <a:schemeClr val="bg2"/>
          </a:solidFill>
          <a:ln>
            <a:noFill/>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5000"/>
              </a:lnSpc>
              <a:spcBef>
                <a:spcPct val="0"/>
              </a:spcBef>
              <a:spcAft>
                <a:spcPct val="0"/>
              </a:spcAft>
              <a:buClrTx/>
              <a:buSzTx/>
              <a:buFont typeface="Arial" charset="0"/>
              <a:buNone/>
              <a:tabLst/>
            </a:pPr>
            <a:endParaRPr kumimoji="0" lang="en-GB" sz="2000" b="0" i="0" u="none" strike="noStrike" cap="none" normalizeH="0" baseline="0" noProof="0" dirty="0">
              <a:ln>
                <a:noFill/>
              </a:ln>
              <a:solidFill>
                <a:schemeClr val="bg1"/>
              </a:solidFill>
              <a:effectLst/>
              <a:latin typeface="Minion" pitchFamily="2" charset="0"/>
            </a:endParaRPr>
          </a:p>
        </p:txBody>
      </p:sp>
      <p:pic>
        <p:nvPicPr>
          <p:cNvPr id="14" name="Picture 13"/>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04662" y="6543376"/>
            <a:ext cx="3588750" cy="270000"/>
          </a:xfrm>
          <a:prstGeom prst="rect">
            <a:avLst/>
          </a:prstGeom>
        </p:spPr>
      </p:pic>
    </p:spTree>
    <p:extLst>
      <p:ext uri="{BB962C8B-B14F-4D97-AF65-F5344CB8AC3E}">
        <p14:creationId xmlns:p14="http://schemas.microsoft.com/office/powerpoint/2010/main" val="383980359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58" r:id="rId3"/>
    <p:sldLayoutId id="2147483665" r:id="rId4"/>
    <p:sldLayoutId id="2147483661" r:id="rId5"/>
    <p:sldLayoutId id="2147483664" r:id="rId6"/>
    <p:sldLayoutId id="2147483666" r:id="rId7"/>
    <p:sldLayoutId id="2147483662" r:id="rId8"/>
    <p:sldLayoutId id="2147483663" r:id="rId9"/>
    <p:sldLayoutId id="2147483667" r:id="rId10"/>
    <p:sldLayoutId id="2147483668" r:id="rId11"/>
    <p:sldLayoutId id="2147483670" r:id="rId12"/>
  </p:sldLayoutIdLst>
  <p:hf hdr="0" ftr="0" dt="0"/>
  <p:txStyles>
    <p:titleStyle>
      <a:lvl1pPr algn="l" defTabSz="914400" rtl="0" eaLnBrk="1" latinLnBrk="0" hangingPunct="1">
        <a:spcBef>
          <a:spcPct val="0"/>
        </a:spcBef>
        <a:buNone/>
        <a:defRPr sz="4000" b="1" i="0" kern="1200">
          <a:solidFill>
            <a:schemeClr val="bg2"/>
          </a:solidFill>
          <a:latin typeface="+mj-lt"/>
          <a:ea typeface="+mj-ea"/>
          <a:cs typeface="+mj-cs"/>
        </a:defRPr>
      </a:lvl1pPr>
    </p:titleStyle>
    <p:bodyStyle>
      <a:lvl1pPr marL="180975"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800" kern="1200">
          <a:solidFill>
            <a:schemeClr val="bg2"/>
          </a:solidFill>
          <a:latin typeface="+mn-lt"/>
          <a:ea typeface="+mn-ea"/>
          <a:cs typeface="+mn-cs"/>
        </a:defRPr>
      </a:lvl1pPr>
      <a:lvl2pPr marL="361950"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600" kern="1200">
          <a:solidFill>
            <a:schemeClr val="bg2"/>
          </a:solidFill>
          <a:latin typeface="+mn-lt"/>
          <a:ea typeface="+mn-ea"/>
          <a:cs typeface="+mn-cs"/>
        </a:defRPr>
      </a:lvl2pPr>
      <a:lvl3pPr marL="0" indent="0" algn="l" defTabSz="914400" rtl="0" eaLnBrk="1" latinLnBrk="0" hangingPunct="1">
        <a:lnSpc>
          <a:spcPct val="90000"/>
        </a:lnSpc>
        <a:spcBef>
          <a:spcPts val="600"/>
        </a:spcBef>
        <a:spcAft>
          <a:spcPts val="600"/>
        </a:spcAft>
        <a:buFont typeface="Arial" panose="020B0604020202020204" pitchFamily="34" charset="0"/>
        <a:buNone/>
        <a:defRPr sz="1800" kern="1200">
          <a:solidFill>
            <a:schemeClr val="bg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800" b="1" kern="1200">
          <a:solidFill>
            <a:schemeClr val="bg2"/>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1800" b="1" kern="1200" baseline="0">
          <a:solidFill>
            <a:schemeClr val="tx2"/>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800" kern="1200">
          <a:solidFill>
            <a:schemeClr val="bg2"/>
          </a:solidFill>
          <a:latin typeface="+mn-lt"/>
          <a:ea typeface="+mn-ea"/>
          <a:cs typeface="+mn-cs"/>
        </a:defRPr>
      </a:lvl6pPr>
      <a:lvl7pPr marL="361950"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600" kern="1200">
          <a:solidFill>
            <a:schemeClr val="bg2"/>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bg2"/>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1" kern="1200" baseline="0">
          <a:solidFill>
            <a:schemeClr val="bg2"/>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jdelijke aanduiding voor tekst 12"/>
          <p:cNvSpPr>
            <a:spLocks noGrp="1"/>
          </p:cNvSpPr>
          <p:nvPr>
            <p:ph type="body" sz="quarter" idx="13"/>
          </p:nvPr>
        </p:nvSpPr>
        <p:spPr/>
        <p:txBody>
          <a:bodyPr/>
          <a:lstStyle/>
          <a:p>
            <a:endParaRPr lang="en-US" dirty="0"/>
          </a:p>
        </p:txBody>
      </p:sp>
      <p:sp>
        <p:nvSpPr>
          <p:cNvPr id="12" name="Tijdelijke aanduiding voor tekst 11"/>
          <p:cNvSpPr>
            <a:spLocks noGrp="1"/>
          </p:cNvSpPr>
          <p:nvPr>
            <p:ph type="body" sz="quarter" idx="12"/>
          </p:nvPr>
        </p:nvSpPr>
        <p:spPr/>
        <p:txBody>
          <a:bodyPr/>
          <a:lstStyle/>
          <a:p>
            <a:endParaRPr lang="en-US" b="1" dirty="0"/>
          </a:p>
        </p:txBody>
      </p:sp>
      <p:sp>
        <p:nvSpPr>
          <p:cNvPr id="4" name="Titel 3"/>
          <p:cNvSpPr>
            <a:spLocks noGrp="1"/>
          </p:cNvSpPr>
          <p:nvPr>
            <p:ph type="title"/>
          </p:nvPr>
        </p:nvSpPr>
        <p:spPr>
          <a:xfrm>
            <a:off x="554559" y="620688"/>
            <a:ext cx="10657184" cy="2952328"/>
          </a:xfrm>
        </p:spPr>
        <p:txBody>
          <a:bodyPr/>
          <a:lstStyle/>
          <a:p>
            <a:r>
              <a:rPr lang="en-US" altLang="zh-CN" sz="3600" dirty="0"/>
              <a:t>COMIX</a:t>
            </a:r>
            <a:r>
              <a:rPr lang="en-US" sz="3600" dirty="0"/>
              <a:t>:</a:t>
            </a:r>
            <a:br>
              <a:rPr lang="en-US" sz="3600" dirty="0"/>
            </a:br>
            <a:r>
              <a:rPr lang="en-US" sz="3600" b="0" dirty="0"/>
              <a:t>A Co-Creative Music Mixing System Bridging AI Generation and Human Control</a:t>
            </a:r>
            <a:br>
              <a:rPr lang="en-US" sz="3600" b="0" dirty="0"/>
            </a:br>
            <a:endParaRPr lang="nl-NL" sz="3600" dirty="0"/>
          </a:p>
        </p:txBody>
      </p:sp>
      <p:sp>
        <p:nvSpPr>
          <p:cNvPr id="5" name="Tijdelijke aanduiding voor tekst 4"/>
          <p:cNvSpPr>
            <a:spLocks noGrp="1"/>
          </p:cNvSpPr>
          <p:nvPr>
            <p:ph type="body" sz="quarter" idx="14"/>
          </p:nvPr>
        </p:nvSpPr>
        <p:spPr>
          <a:xfrm>
            <a:off x="914599" y="3917304"/>
            <a:ext cx="6918325" cy="393700"/>
          </a:xfrm>
        </p:spPr>
        <p:txBody>
          <a:bodyPr>
            <a:normAutofit/>
          </a:bodyPr>
          <a:lstStyle/>
          <a:p>
            <a:r>
              <a:rPr lang="en-US" altLang="zh-TW" dirty="0"/>
              <a:t>Team </a:t>
            </a:r>
            <a:r>
              <a:rPr lang="nl-NL" dirty="0"/>
              <a:t>|, Phillip Shen| Leiden</a:t>
            </a:r>
          </a:p>
        </p:txBody>
      </p:sp>
    </p:spTree>
    <p:extLst>
      <p:ext uri="{BB962C8B-B14F-4D97-AF65-F5344CB8AC3E}">
        <p14:creationId xmlns:p14="http://schemas.microsoft.com/office/powerpoint/2010/main" val="2977814846"/>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A7B6-D02D-076A-4086-27A55CC1C092}"/>
              </a:ext>
            </a:extLst>
          </p:cNvPr>
          <p:cNvSpPr>
            <a:spLocks noGrp="1"/>
          </p:cNvSpPr>
          <p:nvPr>
            <p:ph type="title"/>
          </p:nvPr>
        </p:nvSpPr>
        <p:spPr/>
        <p:txBody>
          <a:bodyPr/>
          <a:lstStyle/>
          <a:p>
            <a:r>
              <a:rPr lang="en-US" dirty="0"/>
              <a:t>Problem with End-to-End Generation</a:t>
            </a:r>
            <a:endParaRPr lang="en-NL" dirty="0"/>
          </a:p>
        </p:txBody>
      </p:sp>
      <p:sp>
        <p:nvSpPr>
          <p:cNvPr id="3" name="Vertical Text Placeholder 2">
            <a:extLst>
              <a:ext uri="{FF2B5EF4-FFF2-40B4-BE49-F238E27FC236}">
                <a16:creationId xmlns:a16="http://schemas.microsoft.com/office/drawing/2014/main" id="{82451C5F-3323-7123-FDD8-686B225095F9}"/>
              </a:ext>
            </a:extLst>
          </p:cNvPr>
          <p:cNvSpPr>
            <a:spLocks noGrp="1"/>
          </p:cNvSpPr>
          <p:nvPr>
            <p:ph type="body" orient="vert" idx="1"/>
          </p:nvPr>
        </p:nvSpPr>
        <p:spPr>
          <a:xfrm>
            <a:off x="404663" y="1252836"/>
            <a:ext cx="10879088" cy="2320180"/>
          </a:xfrm>
        </p:spPr>
        <p:txBody>
          <a:bodyPr/>
          <a:lstStyle/>
          <a:p>
            <a:pPr marL="0" indent="0">
              <a:buNone/>
            </a:pPr>
            <a:r>
              <a:rPr lang="en-US" dirty="0"/>
              <a:t>Current AI music systems generate complete tracks as fixed outputs</a:t>
            </a:r>
          </a:p>
          <a:p>
            <a:r>
              <a:rPr lang="en-US" dirty="0"/>
              <a:t>Users face binary choice: accept the entire generation or start over</a:t>
            </a:r>
          </a:p>
          <a:p>
            <a:r>
              <a:rPr lang="en-US" dirty="0"/>
              <a:t>Lack of domain knowledge resulting in low-quality generation</a:t>
            </a:r>
            <a:endParaRPr lang="en-NL" dirty="0"/>
          </a:p>
        </p:txBody>
      </p:sp>
      <p:sp>
        <p:nvSpPr>
          <p:cNvPr id="5" name="Slide Number Placeholder 4">
            <a:extLst>
              <a:ext uri="{FF2B5EF4-FFF2-40B4-BE49-F238E27FC236}">
                <a16:creationId xmlns:a16="http://schemas.microsoft.com/office/drawing/2014/main" id="{D832D27B-655E-09ED-5CD6-E3381CE46AD8}"/>
              </a:ext>
            </a:extLst>
          </p:cNvPr>
          <p:cNvSpPr>
            <a:spLocks noGrp="1"/>
          </p:cNvSpPr>
          <p:nvPr>
            <p:ph type="sldNum" sz="quarter" idx="4"/>
          </p:nvPr>
        </p:nvSpPr>
        <p:spPr/>
        <p:txBody>
          <a:bodyPr/>
          <a:lstStyle/>
          <a:p>
            <a:fld id="{5EE7099E-8998-4851-915A-4F4831808297}" type="slidenum">
              <a:rPr lang="nl-NL" smtClean="0"/>
              <a:pPr/>
              <a:t>1</a:t>
            </a:fld>
            <a:endParaRPr lang="nl-NL" dirty="0"/>
          </a:p>
        </p:txBody>
      </p:sp>
    </p:spTree>
    <p:extLst>
      <p:ext uri="{BB962C8B-B14F-4D97-AF65-F5344CB8AC3E}">
        <p14:creationId xmlns:p14="http://schemas.microsoft.com/office/powerpoint/2010/main" val="2525563026"/>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8AD6-9C79-F41B-65A4-B9D2852C6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DE24D-8F07-F591-C492-097FE76A945E}"/>
              </a:ext>
            </a:extLst>
          </p:cNvPr>
          <p:cNvSpPr>
            <a:spLocks noGrp="1"/>
          </p:cNvSpPr>
          <p:nvPr>
            <p:ph type="title"/>
          </p:nvPr>
        </p:nvSpPr>
        <p:spPr/>
        <p:txBody>
          <a:bodyPr/>
          <a:lstStyle/>
          <a:p>
            <a:r>
              <a:rPr lang="en-US" dirty="0"/>
              <a:t>Problem with End-to-End Generation</a:t>
            </a:r>
            <a:endParaRPr lang="en-NL" dirty="0"/>
          </a:p>
        </p:txBody>
      </p:sp>
      <p:sp>
        <p:nvSpPr>
          <p:cNvPr id="5" name="Slide Number Placeholder 4">
            <a:extLst>
              <a:ext uri="{FF2B5EF4-FFF2-40B4-BE49-F238E27FC236}">
                <a16:creationId xmlns:a16="http://schemas.microsoft.com/office/drawing/2014/main" id="{F83587F1-88D7-2EA1-13D1-435D1372C5F8}"/>
              </a:ext>
            </a:extLst>
          </p:cNvPr>
          <p:cNvSpPr>
            <a:spLocks noGrp="1"/>
          </p:cNvSpPr>
          <p:nvPr>
            <p:ph type="sldNum" sz="quarter" idx="4"/>
          </p:nvPr>
        </p:nvSpPr>
        <p:spPr/>
        <p:txBody>
          <a:bodyPr/>
          <a:lstStyle/>
          <a:p>
            <a:fld id="{5EE7099E-8998-4851-915A-4F4831808297}" type="slidenum">
              <a:rPr lang="nl-NL" smtClean="0"/>
              <a:pPr/>
              <a:t>2</a:t>
            </a:fld>
            <a:endParaRPr lang="nl-NL" dirty="0"/>
          </a:p>
        </p:txBody>
      </p:sp>
      <p:sp>
        <p:nvSpPr>
          <p:cNvPr id="6" name="Vertical Text Placeholder 2">
            <a:extLst>
              <a:ext uri="{FF2B5EF4-FFF2-40B4-BE49-F238E27FC236}">
                <a16:creationId xmlns:a16="http://schemas.microsoft.com/office/drawing/2014/main" id="{C0A892CD-5D30-13E1-2AFB-D1E10D5FCDE3}"/>
              </a:ext>
            </a:extLst>
          </p:cNvPr>
          <p:cNvSpPr txBox="1">
            <a:spLocks/>
          </p:cNvSpPr>
          <p:nvPr/>
        </p:nvSpPr>
        <p:spPr>
          <a:xfrm>
            <a:off x="2570783" y="4175024"/>
            <a:ext cx="6702625" cy="1296144"/>
          </a:xfrm>
          <a:prstGeom prst="rect">
            <a:avLst/>
          </a:prstGeom>
          <a:noFill/>
        </p:spPr>
        <p:txBody>
          <a:bodyPr vert="horz" wrap="none" lIns="0" tIns="0" rIns="0" bIns="0" rtlCol="0">
            <a:normAutofit/>
          </a:bodyPr>
          <a:lstStyle>
            <a:lvl1pPr marL="361950" indent="-361950" algn="l" defTabSz="914400" rtl="0" eaLnBrk="1" latinLnBrk="0" hangingPunct="1">
              <a:lnSpc>
                <a:spcPct val="90000"/>
              </a:lnSpc>
              <a:spcBef>
                <a:spcPts val="800"/>
              </a:spcBef>
              <a:spcAft>
                <a:spcPts val="800"/>
              </a:spcAft>
              <a:buClr>
                <a:schemeClr val="bg2"/>
              </a:buClr>
              <a:buFont typeface="+mj-lt"/>
              <a:buAutoNum type="arabicPeriod"/>
              <a:defRPr sz="2400" kern="1200">
                <a:solidFill>
                  <a:schemeClr val="bg2"/>
                </a:solidFill>
                <a:latin typeface="+mn-lt"/>
                <a:ea typeface="+mn-ea"/>
                <a:cs typeface="+mn-cs"/>
              </a:defRPr>
            </a:lvl1pPr>
            <a:lvl2pPr marL="542925"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600" kern="1200">
                <a:solidFill>
                  <a:schemeClr val="bg2"/>
                </a:solidFill>
                <a:latin typeface="+mn-lt"/>
                <a:ea typeface="+mn-ea"/>
                <a:cs typeface="+mn-cs"/>
              </a:defRPr>
            </a:lvl2pPr>
            <a:lvl3pPr marL="0" indent="0" algn="l" defTabSz="914400" rtl="0" eaLnBrk="1" latinLnBrk="0" hangingPunct="1">
              <a:lnSpc>
                <a:spcPct val="90000"/>
              </a:lnSpc>
              <a:spcBef>
                <a:spcPts val="600"/>
              </a:spcBef>
              <a:spcAft>
                <a:spcPts val="600"/>
              </a:spcAft>
              <a:buFont typeface="Arial" panose="020B0604020202020204" pitchFamily="34" charset="0"/>
              <a:buNone/>
              <a:defRPr sz="1800" kern="1200">
                <a:solidFill>
                  <a:schemeClr val="bg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800" b="1" kern="1200">
                <a:solidFill>
                  <a:schemeClr val="bg2"/>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1800" b="1" kern="1200" baseline="0">
                <a:solidFill>
                  <a:schemeClr val="accent1"/>
                </a:solidFill>
                <a:latin typeface="+mn-lt"/>
                <a:ea typeface="+mn-ea"/>
                <a:cs typeface="+mn-cs"/>
              </a:defRPr>
            </a:lvl5pPr>
            <a:lvl6pPr marL="361950" indent="-361950" algn="l" defTabSz="914400" rtl="0" eaLnBrk="1" latinLnBrk="0" hangingPunct="1">
              <a:lnSpc>
                <a:spcPct val="90000"/>
              </a:lnSpc>
              <a:spcBef>
                <a:spcPts val="800"/>
              </a:spcBef>
              <a:spcAft>
                <a:spcPts val="800"/>
              </a:spcAft>
              <a:buClr>
                <a:schemeClr val="bg2"/>
              </a:buClr>
              <a:buFont typeface="+mj-lt"/>
              <a:buAutoNum type="arabicPeriod"/>
              <a:tabLst/>
              <a:defRPr sz="2400" kern="1200">
                <a:solidFill>
                  <a:schemeClr val="bg2"/>
                </a:solidFill>
                <a:latin typeface="+mn-lt"/>
                <a:ea typeface="+mn-ea"/>
                <a:cs typeface="+mn-cs"/>
              </a:defRPr>
            </a:lvl6pPr>
            <a:lvl7pPr marL="542925"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600" kern="1200">
                <a:solidFill>
                  <a:schemeClr val="bg2"/>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bg2"/>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1" kern="1200" baseline="0">
                <a:solidFill>
                  <a:schemeClr val="bg2"/>
                </a:solidFill>
                <a:latin typeface="+mn-lt"/>
                <a:ea typeface="+mn-ea"/>
                <a:cs typeface="+mn-cs"/>
              </a:defRPr>
            </a:lvl9pPr>
          </a:lstStyle>
          <a:p>
            <a:pPr marL="0" indent="0">
              <a:buNone/>
            </a:pPr>
            <a:r>
              <a:rPr lang="en-US" dirty="0"/>
              <a:t>Limited co-creativity: Humans become passive listeners, </a:t>
            </a:r>
          </a:p>
          <a:p>
            <a:pPr marL="0" indent="0">
              <a:buNone/>
            </a:pPr>
            <a:r>
              <a:rPr lang="en-US" dirty="0"/>
              <a:t>not active creators</a:t>
            </a:r>
            <a:endParaRPr lang="en-NL" dirty="0"/>
          </a:p>
        </p:txBody>
      </p:sp>
      <p:sp>
        <p:nvSpPr>
          <p:cNvPr id="7" name="Cloud 6">
            <a:extLst>
              <a:ext uri="{FF2B5EF4-FFF2-40B4-BE49-F238E27FC236}">
                <a16:creationId xmlns:a16="http://schemas.microsoft.com/office/drawing/2014/main" id="{0024F961-98DB-13D2-8A5B-52439D2F4168}"/>
              </a:ext>
            </a:extLst>
          </p:cNvPr>
          <p:cNvSpPr/>
          <p:nvPr/>
        </p:nvSpPr>
        <p:spPr>
          <a:xfrm>
            <a:off x="1427851" y="3582925"/>
            <a:ext cx="9342645" cy="2232248"/>
          </a:xfrm>
          <a:prstGeom prst="cloud">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Vertical Text Placeholder 2">
            <a:extLst>
              <a:ext uri="{FF2B5EF4-FFF2-40B4-BE49-F238E27FC236}">
                <a16:creationId xmlns:a16="http://schemas.microsoft.com/office/drawing/2014/main" id="{9C176D2E-3716-7C81-F0F2-B938127BC50D}"/>
              </a:ext>
            </a:extLst>
          </p:cNvPr>
          <p:cNvSpPr>
            <a:spLocks noGrp="1"/>
          </p:cNvSpPr>
          <p:nvPr>
            <p:ph type="body" orient="vert" idx="1"/>
          </p:nvPr>
        </p:nvSpPr>
        <p:spPr>
          <a:xfrm>
            <a:off x="404663" y="1252836"/>
            <a:ext cx="10879088" cy="2320180"/>
          </a:xfrm>
        </p:spPr>
        <p:txBody>
          <a:bodyPr/>
          <a:lstStyle/>
          <a:p>
            <a:pPr marL="0" indent="0">
              <a:buNone/>
            </a:pPr>
            <a:r>
              <a:rPr lang="en-US" dirty="0"/>
              <a:t>Current AI music systems generate complete tracks as fixed outputs</a:t>
            </a:r>
          </a:p>
          <a:p>
            <a:r>
              <a:rPr lang="en-US" dirty="0"/>
              <a:t>Users face binary choice: accept the entire generation or start over</a:t>
            </a:r>
          </a:p>
          <a:p>
            <a:r>
              <a:rPr lang="en-US" dirty="0"/>
              <a:t>Lack of domain knowledge resulting in low-quality generation</a:t>
            </a:r>
            <a:endParaRPr lang="en-NL" dirty="0"/>
          </a:p>
        </p:txBody>
      </p:sp>
    </p:spTree>
    <p:extLst>
      <p:ext uri="{BB962C8B-B14F-4D97-AF65-F5344CB8AC3E}">
        <p14:creationId xmlns:p14="http://schemas.microsoft.com/office/powerpoint/2010/main" val="386783943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CDC6DFC-909A-D4E1-A1FB-CD8C55480A44}"/>
              </a:ext>
            </a:extLst>
          </p:cNvPr>
          <p:cNvSpPr>
            <a:spLocks noGrp="1"/>
          </p:cNvSpPr>
          <p:nvPr>
            <p:ph type="title"/>
          </p:nvPr>
        </p:nvSpPr>
        <p:spPr/>
        <p:txBody>
          <a:bodyPr/>
          <a:lstStyle/>
          <a:p>
            <a:r>
              <a:rPr lang="en-US" dirty="0"/>
              <a:t>Our Motivation</a:t>
            </a:r>
            <a:endParaRPr lang="en-NL" dirty="0"/>
          </a:p>
        </p:txBody>
      </p:sp>
      <p:sp>
        <p:nvSpPr>
          <p:cNvPr id="7" name="Vertical Text Placeholder 6">
            <a:extLst>
              <a:ext uri="{FF2B5EF4-FFF2-40B4-BE49-F238E27FC236}">
                <a16:creationId xmlns:a16="http://schemas.microsoft.com/office/drawing/2014/main" id="{71BCE9C4-B86A-7C4D-E0A5-B02CAAE0DC36}"/>
              </a:ext>
            </a:extLst>
          </p:cNvPr>
          <p:cNvSpPr>
            <a:spLocks noGrp="1"/>
          </p:cNvSpPr>
          <p:nvPr>
            <p:ph type="body" orient="vert" idx="1"/>
          </p:nvPr>
        </p:nvSpPr>
        <p:spPr>
          <a:xfrm>
            <a:off x="1490663" y="1340768"/>
            <a:ext cx="6990658" cy="2384226"/>
          </a:xfrm>
        </p:spPr>
        <p:txBody>
          <a:bodyPr/>
          <a:lstStyle/>
          <a:p>
            <a:pPr marL="0" indent="0">
              <a:buNone/>
            </a:pPr>
            <a:r>
              <a:rPr lang="en-US" dirty="0"/>
              <a:t>Shift from "generate-and-accept" to "generate-and-collaborate"</a:t>
            </a:r>
          </a:p>
          <a:p>
            <a:r>
              <a:rPr lang="en-US" dirty="0"/>
              <a:t>Leverage MCP for HCI-friendly, human-interactable note editing</a:t>
            </a:r>
          </a:p>
          <a:p>
            <a:r>
              <a:rPr lang="en-US" dirty="0"/>
              <a:t>Enable true co-creativity: AI generates initial ideas, humans refine in real-time</a:t>
            </a:r>
          </a:p>
        </p:txBody>
      </p:sp>
      <p:sp>
        <p:nvSpPr>
          <p:cNvPr id="5" name="Slide Number Placeholder 4">
            <a:extLst>
              <a:ext uri="{FF2B5EF4-FFF2-40B4-BE49-F238E27FC236}">
                <a16:creationId xmlns:a16="http://schemas.microsoft.com/office/drawing/2014/main" id="{699732D6-28BF-4594-E1BB-3DCC38FF9396}"/>
              </a:ext>
            </a:extLst>
          </p:cNvPr>
          <p:cNvSpPr>
            <a:spLocks noGrp="1"/>
          </p:cNvSpPr>
          <p:nvPr>
            <p:ph type="sldNum" sz="quarter" idx="4"/>
          </p:nvPr>
        </p:nvSpPr>
        <p:spPr/>
        <p:txBody>
          <a:bodyPr/>
          <a:lstStyle/>
          <a:p>
            <a:fld id="{5EE7099E-8998-4851-915A-4F4831808297}" type="slidenum">
              <a:rPr lang="nl-NL" smtClean="0"/>
              <a:pPr/>
              <a:t>3</a:t>
            </a:fld>
            <a:endParaRPr lang="nl-NL" dirty="0"/>
          </a:p>
        </p:txBody>
      </p:sp>
      <p:sp>
        <p:nvSpPr>
          <p:cNvPr id="8" name="Vertical Text Placeholder 6">
            <a:extLst>
              <a:ext uri="{FF2B5EF4-FFF2-40B4-BE49-F238E27FC236}">
                <a16:creationId xmlns:a16="http://schemas.microsoft.com/office/drawing/2014/main" id="{A3E40D87-C0A6-9C78-10E5-BBCB2313C7D1}"/>
              </a:ext>
            </a:extLst>
          </p:cNvPr>
          <p:cNvSpPr txBox="1">
            <a:spLocks/>
          </p:cNvSpPr>
          <p:nvPr/>
        </p:nvSpPr>
        <p:spPr>
          <a:xfrm>
            <a:off x="1490663" y="4293096"/>
            <a:ext cx="8712968" cy="2088232"/>
          </a:xfrm>
          <a:prstGeom prst="rect">
            <a:avLst/>
          </a:prstGeom>
        </p:spPr>
        <p:txBody>
          <a:bodyPr vert="horz" lIns="0" tIns="0" rIns="0" bIns="0" rtlCol="0">
            <a:normAutofit/>
          </a:bodyPr>
          <a:lstStyle>
            <a:lvl1pPr marL="180975"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800" kern="1200">
                <a:solidFill>
                  <a:schemeClr val="bg2"/>
                </a:solidFill>
                <a:latin typeface="+mn-lt"/>
                <a:ea typeface="+mn-ea"/>
                <a:cs typeface="+mn-cs"/>
              </a:defRPr>
            </a:lvl1pPr>
            <a:lvl2pPr marL="361950"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600" kern="1200">
                <a:solidFill>
                  <a:schemeClr val="bg2"/>
                </a:solidFill>
                <a:latin typeface="+mn-lt"/>
                <a:ea typeface="+mn-ea"/>
                <a:cs typeface="+mn-cs"/>
              </a:defRPr>
            </a:lvl2pPr>
            <a:lvl3pPr marL="0" indent="0" algn="l" defTabSz="914400" rtl="0" eaLnBrk="1" latinLnBrk="0" hangingPunct="1">
              <a:lnSpc>
                <a:spcPct val="90000"/>
              </a:lnSpc>
              <a:spcBef>
                <a:spcPts val="600"/>
              </a:spcBef>
              <a:spcAft>
                <a:spcPts val="600"/>
              </a:spcAft>
              <a:buFont typeface="Arial" panose="020B0604020202020204" pitchFamily="34" charset="0"/>
              <a:buNone/>
              <a:defRPr sz="1800" kern="1200">
                <a:solidFill>
                  <a:schemeClr val="bg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defRPr sz="1800" b="1" kern="1200">
                <a:solidFill>
                  <a:schemeClr val="bg2"/>
                </a:solidFill>
                <a:latin typeface="+mn-lt"/>
                <a:ea typeface="+mn-ea"/>
                <a:cs typeface="+mn-cs"/>
              </a:defRPr>
            </a:lvl4pPr>
            <a:lvl5pPr marL="0" indent="0" algn="l" defTabSz="914400" rtl="0" eaLnBrk="1" latinLnBrk="0" hangingPunct="1">
              <a:lnSpc>
                <a:spcPct val="90000"/>
              </a:lnSpc>
              <a:spcBef>
                <a:spcPts val="600"/>
              </a:spcBef>
              <a:spcAft>
                <a:spcPts val="600"/>
              </a:spcAft>
              <a:buFont typeface="Arial" panose="020B0604020202020204" pitchFamily="34" charset="0"/>
              <a:buNone/>
              <a:defRPr sz="1800" b="1" kern="1200" baseline="0">
                <a:solidFill>
                  <a:schemeClr val="tx2"/>
                </a:solidFill>
                <a:latin typeface="+mn-lt"/>
                <a:ea typeface="+mn-ea"/>
                <a:cs typeface="+mn-cs"/>
              </a:defRPr>
            </a:lvl5pPr>
            <a:lvl6pPr marL="180975"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800" kern="1200">
                <a:solidFill>
                  <a:schemeClr val="bg2"/>
                </a:solidFill>
                <a:latin typeface="+mn-lt"/>
                <a:ea typeface="+mn-ea"/>
                <a:cs typeface="+mn-cs"/>
              </a:defRPr>
            </a:lvl6pPr>
            <a:lvl7pPr marL="361950" indent="-180975" algn="l" defTabSz="914400" rtl="0" eaLnBrk="1" latinLnBrk="0" hangingPunct="1">
              <a:lnSpc>
                <a:spcPct val="90000"/>
              </a:lnSpc>
              <a:spcBef>
                <a:spcPts val="600"/>
              </a:spcBef>
              <a:spcAft>
                <a:spcPts val="600"/>
              </a:spcAft>
              <a:buClr>
                <a:schemeClr val="bg2"/>
              </a:buClr>
              <a:buFont typeface="Arial" panose="020B0604020202020204" pitchFamily="34" charset="0"/>
              <a:buChar char="-"/>
              <a:defRPr sz="1600" kern="1200">
                <a:solidFill>
                  <a:schemeClr val="bg2"/>
                </a:solidFill>
                <a:latin typeface="+mn-lt"/>
                <a:ea typeface="+mn-ea"/>
                <a:cs typeface="+mn-cs"/>
              </a:defRPr>
            </a:lvl7pPr>
            <a:lvl8pPr marL="0" indent="0" algn="l" defTabSz="914400" rtl="0" eaLnBrk="1" latinLnBrk="0" hangingPunct="1">
              <a:lnSpc>
                <a:spcPct val="90000"/>
              </a:lnSpc>
              <a:spcBef>
                <a:spcPts val="600"/>
              </a:spcBef>
              <a:spcAft>
                <a:spcPts val="600"/>
              </a:spcAft>
              <a:buFont typeface="Arial" panose="020B0604020202020204" pitchFamily="34" charset="0"/>
              <a:buNone/>
              <a:defRPr sz="1600" kern="1200">
                <a:solidFill>
                  <a:schemeClr val="bg2"/>
                </a:solidFill>
                <a:latin typeface="+mn-lt"/>
                <a:ea typeface="+mn-ea"/>
                <a:cs typeface="+mn-cs"/>
              </a:defRPr>
            </a:lvl8pPr>
            <a:lvl9pPr marL="0" indent="0" algn="l" defTabSz="914400" rtl="0" eaLnBrk="1" latinLnBrk="0" hangingPunct="1">
              <a:lnSpc>
                <a:spcPct val="90000"/>
              </a:lnSpc>
              <a:spcBef>
                <a:spcPts val="600"/>
              </a:spcBef>
              <a:spcAft>
                <a:spcPts val="600"/>
              </a:spcAft>
              <a:buFont typeface="Arial" panose="020B0604020202020204" pitchFamily="34" charset="0"/>
              <a:buNone/>
              <a:defRPr sz="1800" b="1" kern="1200" baseline="0">
                <a:solidFill>
                  <a:schemeClr val="bg2"/>
                </a:solidFill>
                <a:latin typeface="+mn-lt"/>
                <a:ea typeface="+mn-ea"/>
                <a:cs typeface="+mn-cs"/>
              </a:defRPr>
            </a:lvl9pPr>
          </a:lstStyle>
          <a:p>
            <a:pPr marL="0" indent="0">
              <a:buFont typeface="Arial" panose="020B0604020202020204" pitchFamily="34" charset="0"/>
              <a:buNone/>
            </a:pPr>
            <a:r>
              <a:rPr lang="en-US" dirty="0"/>
              <a:t>AI-assisted music creation</a:t>
            </a:r>
          </a:p>
          <a:p>
            <a:r>
              <a:rPr lang="en-US" dirty="0"/>
              <a:t>World-knowledge about equalizer, </a:t>
            </a:r>
            <a:r>
              <a:rPr lang="en-US" altLang="zh-CN" dirty="0"/>
              <a:t>mode, chord, et c.</a:t>
            </a:r>
            <a:endParaRPr lang="en-US" dirty="0"/>
          </a:p>
          <a:p>
            <a:endParaRPr lang="en-NL" dirty="0"/>
          </a:p>
        </p:txBody>
      </p:sp>
      <p:pic>
        <p:nvPicPr>
          <p:cNvPr id="1026" name="Picture 2">
            <a:extLst>
              <a:ext uri="{FF2B5EF4-FFF2-40B4-BE49-F238E27FC236}">
                <a16:creationId xmlns:a16="http://schemas.microsoft.com/office/drawing/2014/main" id="{D10172FB-F74E-436C-87C0-5912AA1E60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511" y="2636912"/>
            <a:ext cx="1226679" cy="122667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8AE737C3-B60A-A19B-DA77-CCE4A891F4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9375" y="728430"/>
            <a:ext cx="4386555" cy="1287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875898"/>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2A24-0201-B012-F03B-E818EE48431A}"/>
              </a:ext>
            </a:extLst>
          </p:cNvPr>
          <p:cNvSpPr>
            <a:spLocks noGrp="1"/>
          </p:cNvSpPr>
          <p:nvPr>
            <p:ph type="title"/>
          </p:nvPr>
        </p:nvSpPr>
        <p:spPr/>
        <p:txBody>
          <a:bodyPr/>
          <a:lstStyle/>
          <a:p>
            <a:r>
              <a:rPr lang="en-US" dirty="0"/>
              <a:t>System Architecture Overview</a:t>
            </a:r>
            <a:endParaRPr lang="en-NL" dirty="0"/>
          </a:p>
        </p:txBody>
      </p:sp>
      <p:sp>
        <p:nvSpPr>
          <p:cNvPr id="4" name="Slide Number Placeholder 3">
            <a:extLst>
              <a:ext uri="{FF2B5EF4-FFF2-40B4-BE49-F238E27FC236}">
                <a16:creationId xmlns:a16="http://schemas.microsoft.com/office/drawing/2014/main" id="{8203C1BD-CC44-5E65-91B5-50CA50DCBF7C}"/>
              </a:ext>
            </a:extLst>
          </p:cNvPr>
          <p:cNvSpPr>
            <a:spLocks noGrp="1"/>
          </p:cNvSpPr>
          <p:nvPr>
            <p:ph type="sldNum" sz="quarter" idx="4"/>
          </p:nvPr>
        </p:nvSpPr>
        <p:spPr/>
        <p:txBody>
          <a:bodyPr/>
          <a:lstStyle/>
          <a:p>
            <a:fld id="{5EE7099E-8998-4851-915A-4F4831808297}" type="slidenum">
              <a:rPr lang="nl-NL" smtClean="0"/>
              <a:pPr/>
              <a:t>4</a:t>
            </a:fld>
            <a:endParaRPr lang="nl-NL"/>
          </a:p>
        </p:txBody>
      </p:sp>
      <p:sp>
        <p:nvSpPr>
          <p:cNvPr id="6" name="Rectangle: Rounded Corners 5">
            <a:extLst>
              <a:ext uri="{FF2B5EF4-FFF2-40B4-BE49-F238E27FC236}">
                <a16:creationId xmlns:a16="http://schemas.microsoft.com/office/drawing/2014/main" id="{38A8D228-1DEE-F6BC-9C79-2672A48D3A4D}"/>
              </a:ext>
            </a:extLst>
          </p:cNvPr>
          <p:cNvSpPr/>
          <p:nvPr/>
        </p:nvSpPr>
        <p:spPr>
          <a:xfrm>
            <a:off x="1022686" y="2676946"/>
            <a:ext cx="1440160" cy="648072"/>
          </a:xfrm>
          <a:prstGeom prst="roundRect">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cs typeface="Arial" panose="020B0604020202020204" pitchFamily="34" charset="0"/>
              </a:rPr>
              <a:t>Initial Audio File</a:t>
            </a:r>
            <a:endParaRPr lang="en-NL"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F8654CFD-1123-22ED-366A-8E953AFAD68B}"/>
              </a:ext>
            </a:extLst>
          </p:cNvPr>
          <p:cNvCxnSpPr>
            <a:stCxn id="6" idx="3"/>
          </p:cNvCxnSpPr>
          <p:nvPr/>
        </p:nvCxnSpPr>
        <p:spPr>
          <a:xfrm>
            <a:off x="2462846" y="3000982"/>
            <a:ext cx="864096"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4B04297C-1863-C778-2792-93B4A113ADD3}"/>
              </a:ext>
            </a:extLst>
          </p:cNvPr>
          <p:cNvSpPr/>
          <p:nvPr/>
        </p:nvSpPr>
        <p:spPr>
          <a:xfrm>
            <a:off x="3362871" y="1704845"/>
            <a:ext cx="5148646" cy="2592274"/>
          </a:xfrm>
          <a:prstGeom prst="roundRect">
            <a:avLst/>
          </a:prstGeom>
          <a:solidFill>
            <a:schemeClr val="bg2">
              <a:lumMod val="10000"/>
              <a:lumOff val="90000"/>
            </a:schemeClr>
          </a:solidFill>
          <a:ln>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11" name="Rectangle 10">
            <a:extLst>
              <a:ext uri="{FF2B5EF4-FFF2-40B4-BE49-F238E27FC236}">
                <a16:creationId xmlns:a16="http://schemas.microsoft.com/office/drawing/2014/main" id="{992A2462-AD48-461B-FD4A-F988DEE7E82E}"/>
              </a:ext>
            </a:extLst>
          </p:cNvPr>
          <p:cNvSpPr/>
          <p:nvPr/>
        </p:nvSpPr>
        <p:spPr>
          <a:xfrm>
            <a:off x="3830998" y="2172890"/>
            <a:ext cx="1296144" cy="576064"/>
          </a:xfrm>
          <a:prstGeom prst="rect">
            <a:avLst/>
          </a:prstGeom>
          <a:solidFill>
            <a:schemeClr val="accent2">
              <a:lumMod val="60000"/>
              <a:lumOff val="40000"/>
            </a:scheme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cs typeface="Arial" panose="020B0604020202020204" pitchFamily="34" charset="0"/>
              </a:rPr>
              <a:t>DAW</a:t>
            </a:r>
            <a:endParaRPr lang="en-NL"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D4C43945-2315-CB08-7EA4-6624BE6B775E}"/>
              </a:ext>
            </a:extLst>
          </p:cNvPr>
          <p:cNvSpPr/>
          <p:nvPr/>
        </p:nvSpPr>
        <p:spPr>
          <a:xfrm>
            <a:off x="6639309" y="2167318"/>
            <a:ext cx="1296144" cy="576064"/>
          </a:xfrm>
          <a:prstGeom prst="rect">
            <a:avLst/>
          </a:prstGeom>
          <a:solidFill>
            <a:schemeClr val="accent2">
              <a:lumMod val="60000"/>
              <a:lumOff val="40000"/>
            </a:scheme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cs typeface="Arial" panose="020B0604020202020204" pitchFamily="34" charset="0"/>
              </a:rPr>
              <a:t>LLM</a:t>
            </a:r>
            <a:endParaRPr lang="en-NL"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993728C5-C6C1-6347-37C4-95A8B1BB81AA}"/>
              </a:ext>
            </a:extLst>
          </p:cNvPr>
          <p:cNvSpPr txBox="1"/>
          <p:nvPr/>
        </p:nvSpPr>
        <p:spPr>
          <a:xfrm>
            <a:off x="5540308" y="1582541"/>
            <a:ext cx="793773" cy="480728"/>
          </a:xfrm>
          <a:prstGeom prst="rect">
            <a:avLst/>
          </a:prstGeom>
          <a:noFill/>
        </p:spPr>
        <p:txBody>
          <a:bodyPr wrap="square" lIns="108000" tIns="108000" rIns="108000" bIns="108000" rtlCol="0">
            <a:noAutofit/>
          </a:bodyPr>
          <a:lstStyle/>
          <a:p>
            <a:r>
              <a:rPr lang="en-US" altLang="zh-CN" noProof="0" dirty="0">
                <a:solidFill>
                  <a:schemeClr val="bg2"/>
                </a:solidFill>
                <a:latin typeface="Arial" panose="020B0604020202020204" pitchFamily="34" charset="0"/>
                <a:cs typeface="Arial" panose="020B0604020202020204" pitchFamily="34" charset="0"/>
              </a:rPr>
              <a:t>MCP</a:t>
            </a:r>
            <a:endParaRPr lang="en-NL" noProof="0" dirty="0" err="1">
              <a:solidFill>
                <a:schemeClr val="bg2"/>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29196564-3284-4F33-0BEF-4F6922908A18}"/>
              </a:ext>
            </a:extLst>
          </p:cNvPr>
          <p:cNvSpPr txBox="1"/>
          <p:nvPr/>
        </p:nvSpPr>
        <p:spPr>
          <a:xfrm>
            <a:off x="6675239" y="4272543"/>
            <a:ext cx="914400" cy="914400"/>
          </a:xfrm>
          <a:prstGeom prst="rect">
            <a:avLst/>
          </a:prstGeom>
          <a:noFill/>
        </p:spPr>
        <p:txBody>
          <a:bodyPr wrap="none" lIns="108000" tIns="108000" rIns="108000" bIns="108000" rtlCol="0">
            <a:noAutofit/>
          </a:bodyPr>
          <a:lstStyle/>
          <a:p>
            <a:endParaRPr lang="en-NL" noProof="0" dirty="0" err="1">
              <a:solidFill>
                <a:schemeClr val="bg2"/>
              </a:solidFill>
            </a:endParaRPr>
          </a:p>
        </p:txBody>
      </p:sp>
      <p:sp>
        <p:nvSpPr>
          <p:cNvPr id="19" name="Rectangle: Rounded Corners 18">
            <a:extLst>
              <a:ext uri="{FF2B5EF4-FFF2-40B4-BE49-F238E27FC236}">
                <a16:creationId xmlns:a16="http://schemas.microsoft.com/office/drawing/2014/main" id="{475108E7-8AD6-B02F-E8E7-6A8D4CAD82B8}"/>
              </a:ext>
            </a:extLst>
          </p:cNvPr>
          <p:cNvSpPr/>
          <p:nvPr/>
        </p:nvSpPr>
        <p:spPr>
          <a:xfrm>
            <a:off x="5150747" y="3469034"/>
            <a:ext cx="1512167" cy="642500"/>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User</a:t>
            </a:r>
            <a:endParaRPr lang="en-NL" dirty="0">
              <a:latin typeface="Arial" panose="020B0604020202020204" pitchFamily="34" charset="0"/>
              <a:cs typeface="Arial" panose="020B0604020202020204" pitchFamily="34" charset="0"/>
            </a:endParaRPr>
          </a:p>
        </p:txBody>
      </p:sp>
      <p:cxnSp>
        <p:nvCxnSpPr>
          <p:cNvPr id="21" name="Straight Arrow Connector 20">
            <a:extLst>
              <a:ext uri="{FF2B5EF4-FFF2-40B4-BE49-F238E27FC236}">
                <a16:creationId xmlns:a16="http://schemas.microsoft.com/office/drawing/2014/main" id="{160D6BE3-260C-CD2F-508A-934B126CC30A}"/>
              </a:ext>
            </a:extLst>
          </p:cNvPr>
          <p:cNvCxnSpPr/>
          <p:nvPr/>
        </p:nvCxnSpPr>
        <p:spPr>
          <a:xfrm flipH="1" flipV="1">
            <a:off x="4551078" y="2820962"/>
            <a:ext cx="720080" cy="648072"/>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7A92D7B-3282-5964-B45F-A825BC2B149B}"/>
              </a:ext>
            </a:extLst>
          </p:cNvPr>
          <p:cNvSpPr txBox="1"/>
          <p:nvPr/>
        </p:nvSpPr>
        <p:spPr>
          <a:xfrm rot="2640398">
            <a:off x="4428051" y="2825435"/>
            <a:ext cx="1086371" cy="929539"/>
          </a:xfrm>
          <a:prstGeom prst="rect">
            <a:avLst/>
          </a:prstGeom>
          <a:noFill/>
        </p:spPr>
        <p:txBody>
          <a:bodyPr wrap="square" lIns="108000" tIns="108000" rIns="108000" bIns="108000" rtlCol="0">
            <a:noAutofit/>
          </a:bodyPr>
          <a:lstStyle/>
          <a:p>
            <a:r>
              <a:rPr lang="en-US" dirty="0">
                <a:solidFill>
                  <a:schemeClr val="bg2"/>
                </a:solidFill>
                <a:latin typeface="Arial" panose="020B0604020202020204" pitchFamily="34" charset="0"/>
                <a:cs typeface="Arial" panose="020B0604020202020204" pitchFamily="34" charset="0"/>
              </a:rPr>
              <a:t>Manual         Edit</a:t>
            </a:r>
            <a:endParaRPr lang="en-NL" noProof="0" dirty="0" err="1">
              <a:solidFill>
                <a:schemeClr val="bg2"/>
              </a:solidFill>
              <a:latin typeface="Arial" panose="020B0604020202020204" pitchFamily="34" charset="0"/>
              <a:cs typeface="Arial" panose="020B0604020202020204" pitchFamily="34" charset="0"/>
            </a:endParaRPr>
          </a:p>
        </p:txBody>
      </p:sp>
      <p:cxnSp>
        <p:nvCxnSpPr>
          <p:cNvPr id="23" name="Straight Arrow Connector 22">
            <a:extLst>
              <a:ext uri="{FF2B5EF4-FFF2-40B4-BE49-F238E27FC236}">
                <a16:creationId xmlns:a16="http://schemas.microsoft.com/office/drawing/2014/main" id="{CEF4C441-3615-111C-03B1-939686A2D3CC}"/>
              </a:ext>
            </a:extLst>
          </p:cNvPr>
          <p:cNvCxnSpPr>
            <a:cxnSpLocks/>
          </p:cNvCxnSpPr>
          <p:nvPr/>
        </p:nvCxnSpPr>
        <p:spPr>
          <a:xfrm flipV="1">
            <a:off x="6584849" y="2810135"/>
            <a:ext cx="702532" cy="650858"/>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DB97C5-21C1-6AEA-C6E2-03EC7B0FB459}"/>
              </a:ext>
            </a:extLst>
          </p:cNvPr>
          <p:cNvSpPr txBox="1"/>
          <p:nvPr/>
        </p:nvSpPr>
        <p:spPr>
          <a:xfrm rot="18965518">
            <a:off x="6272892" y="2797935"/>
            <a:ext cx="1086371" cy="480728"/>
          </a:xfrm>
          <a:prstGeom prst="rect">
            <a:avLst/>
          </a:prstGeom>
          <a:noFill/>
        </p:spPr>
        <p:txBody>
          <a:bodyPr wrap="square" lIns="108000" tIns="108000" rIns="108000" bIns="108000" rtlCol="0">
            <a:noAutofit/>
          </a:bodyPr>
          <a:lstStyle/>
          <a:p>
            <a:r>
              <a:rPr lang="en-US" dirty="0">
                <a:solidFill>
                  <a:schemeClr val="bg2"/>
                </a:solidFill>
                <a:latin typeface="Arial" panose="020B0604020202020204" pitchFamily="34" charset="0"/>
                <a:cs typeface="Arial" panose="020B0604020202020204" pitchFamily="34" charset="0"/>
              </a:rPr>
              <a:t>Provide  Prompt</a:t>
            </a:r>
            <a:endParaRPr lang="en-NL" noProof="0" dirty="0" err="1">
              <a:solidFill>
                <a:schemeClr val="bg2"/>
              </a:solidFill>
              <a:latin typeface="Arial" panose="020B0604020202020204" pitchFamily="34" charset="0"/>
              <a:cs typeface="Arial" panose="020B0604020202020204" pitchFamily="34" charset="0"/>
            </a:endParaRPr>
          </a:p>
        </p:txBody>
      </p:sp>
      <p:sp>
        <p:nvSpPr>
          <p:cNvPr id="26" name="Freeform: Shape 25">
            <a:extLst>
              <a:ext uri="{FF2B5EF4-FFF2-40B4-BE49-F238E27FC236}">
                <a16:creationId xmlns:a16="http://schemas.microsoft.com/office/drawing/2014/main" id="{9D66A502-FAF9-80BD-2FEB-BD41E5FB9430}"/>
              </a:ext>
            </a:extLst>
          </p:cNvPr>
          <p:cNvSpPr/>
          <p:nvPr/>
        </p:nvSpPr>
        <p:spPr>
          <a:xfrm>
            <a:off x="4945875" y="1870015"/>
            <a:ext cx="1859276" cy="287705"/>
          </a:xfrm>
          <a:custGeom>
            <a:avLst/>
            <a:gdLst>
              <a:gd name="connsiteX0" fmla="*/ 0 w 1859276"/>
              <a:gd name="connsiteY0" fmla="*/ 287705 h 287705"/>
              <a:gd name="connsiteX1" fmla="*/ 14990 w 1859276"/>
              <a:gd name="connsiteY1" fmla="*/ 212755 h 287705"/>
              <a:gd name="connsiteX2" fmla="*/ 52465 w 1859276"/>
              <a:gd name="connsiteY2" fmla="*/ 175279 h 287705"/>
              <a:gd name="connsiteX3" fmla="*/ 134911 w 1859276"/>
              <a:gd name="connsiteY3" fmla="*/ 137804 h 287705"/>
              <a:gd name="connsiteX4" fmla="*/ 337278 w 1859276"/>
              <a:gd name="connsiteY4" fmla="*/ 107823 h 287705"/>
              <a:gd name="connsiteX5" fmla="*/ 509665 w 1859276"/>
              <a:gd name="connsiteY5" fmla="*/ 92833 h 287705"/>
              <a:gd name="connsiteX6" fmla="*/ 689547 w 1859276"/>
              <a:gd name="connsiteY6" fmla="*/ 62853 h 287705"/>
              <a:gd name="connsiteX7" fmla="*/ 794478 w 1859276"/>
              <a:gd name="connsiteY7" fmla="*/ 40368 h 287705"/>
              <a:gd name="connsiteX8" fmla="*/ 914400 w 1859276"/>
              <a:gd name="connsiteY8" fmla="*/ 32873 h 287705"/>
              <a:gd name="connsiteX9" fmla="*/ 1214203 w 1859276"/>
              <a:gd name="connsiteY9" fmla="*/ 10387 h 287705"/>
              <a:gd name="connsiteX10" fmla="*/ 1311639 w 1859276"/>
              <a:gd name="connsiteY10" fmla="*/ 55358 h 287705"/>
              <a:gd name="connsiteX11" fmla="*/ 1349115 w 1859276"/>
              <a:gd name="connsiteY11" fmla="*/ 62853 h 287705"/>
              <a:gd name="connsiteX12" fmla="*/ 1386590 w 1859276"/>
              <a:gd name="connsiteY12" fmla="*/ 77843 h 287705"/>
              <a:gd name="connsiteX13" fmla="*/ 1588957 w 1859276"/>
              <a:gd name="connsiteY13" fmla="*/ 100328 h 287705"/>
              <a:gd name="connsiteX14" fmla="*/ 1753849 w 1859276"/>
              <a:gd name="connsiteY14" fmla="*/ 145299 h 287705"/>
              <a:gd name="connsiteX15" fmla="*/ 1776334 w 1859276"/>
              <a:gd name="connsiteY15" fmla="*/ 160289 h 287705"/>
              <a:gd name="connsiteX16" fmla="*/ 1821305 w 1859276"/>
              <a:gd name="connsiteY16" fmla="*/ 205260 h 287705"/>
              <a:gd name="connsiteX17" fmla="*/ 1843790 w 1859276"/>
              <a:gd name="connsiteY17" fmla="*/ 242735 h 287705"/>
              <a:gd name="connsiteX18" fmla="*/ 1858780 w 1859276"/>
              <a:gd name="connsiteY18" fmla="*/ 265220 h 287705"/>
              <a:gd name="connsiteX19" fmla="*/ 1858780 w 1859276"/>
              <a:gd name="connsiteY19" fmla="*/ 272715 h 28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59276" h="287705">
                <a:moveTo>
                  <a:pt x="0" y="287705"/>
                </a:moveTo>
                <a:cubicBezTo>
                  <a:pt x="4997" y="262722"/>
                  <a:pt x="4216" y="235843"/>
                  <a:pt x="14990" y="212755"/>
                </a:cubicBezTo>
                <a:cubicBezTo>
                  <a:pt x="22461" y="196746"/>
                  <a:pt x="39261" y="187016"/>
                  <a:pt x="52465" y="175279"/>
                </a:cubicBezTo>
                <a:cubicBezTo>
                  <a:pt x="84116" y="147145"/>
                  <a:pt x="89189" y="148562"/>
                  <a:pt x="134911" y="137804"/>
                </a:cubicBezTo>
                <a:cubicBezTo>
                  <a:pt x="209432" y="120270"/>
                  <a:pt x="255667" y="115984"/>
                  <a:pt x="337278" y="107823"/>
                </a:cubicBezTo>
                <a:cubicBezTo>
                  <a:pt x="394671" y="102084"/>
                  <a:pt x="452450" y="100137"/>
                  <a:pt x="509665" y="92833"/>
                </a:cubicBezTo>
                <a:cubicBezTo>
                  <a:pt x="569963" y="85135"/>
                  <a:pt x="629765" y="73865"/>
                  <a:pt x="689547" y="62853"/>
                </a:cubicBezTo>
                <a:cubicBezTo>
                  <a:pt x="724726" y="56373"/>
                  <a:pt x="759021" y="45096"/>
                  <a:pt x="794478" y="40368"/>
                </a:cubicBezTo>
                <a:cubicBezTo>
                  <a:pt x="834179" y="35075"/>
                  <a:pt x="874426" y="35371"/>
                  <a:pt x="914400" y="32873"/>
                </a:cubicBezTo>
                <a:cubicBezTo>
                  <a:pt x="1056968" y="2858"/>
                  <a:pt x="1063830" y="-11095"/>
                  <a:pt x="1214203" y="10387"/>
                </a:cubicBezTo>
                <a:cubicBezTo>
                  <a:pt x="1237707" y="13745"/>
                  <a:pt x="1288729" y="47027"/>
                  <a:pt x="1311639" y="55358"/>
                </a:cubicBezTo>
                <a:cubicBezTo>
                  <a:pt x="1323611" y="59712"/>
                  <a:pt x="1336623" y="60355"/>
                  <a:pt x="1349115" y="62853"/>
                </a:cubicBezTo>
                <a:cubicBezTo>
                  <a:pt x="1361607" y="67850"/>
                  <a:pt x="1373538" y="74580"/>
                  <a:pt x="1386590" y="77843"/>
                </a:cubicBezTo>
                <a:cubicBezTo>
                  <a:pt x="1464132" y="97228"/>
                  <a:pt x="1504693" y="95062"/>
                  <a:pt x="1588957" y="100328"/>
                </a:cubicBezTo>
                <a:cubicBezTo>
                  <a:pt x="1805006" y="134442"/>
                  <a:pt x="1683449" y="86632"/>
                  <a:pt x="1753849" y="145299"/>
                </a:cubicBezTo>
                <a:cubicBezTo>
                  <a:pt x="1760769" y="151066"/>
                  <a:pt x="1769601" y="154304"/>
                  <a:pt x="1776334" y="160289"/>
                </a:cubicBezTo>
                <a:cubicBezTo>
                  <a:pt x="1792179" y="174373"/>
                  <a:pt x="1810398" y="187082"/>
                  <a:pt x="1821305" y="205260"/>
                </a:cubicBezTo>
                <a:cubicBezTo>
                  <a:pt x="1828800" y="217752"/>
                  <a:pt x="1836069" y="230382"/>
                  <a:pt x="1843790" y="242735"/>
                </a:cubicBezTo>
                <a:cubicBezTo>
                  <a:pt x="1848564" y="250374"/>
                  <a:pt x="1854752" y="257163"/>
                  <a:pt x="1858780" y="265220"/>
                </a:cubicBezTo>
                <a:cubicBezTo>
                  <a:pt x="1859897" y="267455"/>
                  <a:pt x="1858780" y="270217"/>
                  <a:pt x="1858780" y="272715"/>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8" name="Connector: Curved 27">
            <a:extLst>
              <a:ext uri="{FF2B5EF4-FFF2-40B4-BE49-F238E27FC236}">
                <a16:creationId xmlns:a16="http://schemas.microsoft.com/office/drawing/2014/main" id="{43F85C18-D4ED-881F-E7A1-374588D252A4}"/>
              </a:ext>
            </a:extLst>
          </p:cNvPr>
          <p:cNvCxnSpPr>
            <a:cxnSpLocks/>
            <a:stCxn id="11" idx="0"/>
            <a:endCxn id="14" idx="0"/>
          </p:cNvCxnSpPr>
          <p:nvPr/>
        </p:nvCxnSpPr>
        <p:spPr>
          <a:xfrm rot="5400000" flipH="1" flipV="1">
            <a:off x="5880439" y="765949"/>
            <a:ext cx="5572" cy="2808311"/>
          </a:xfrm>
          <a:prstGeom prst="curvedConnector3">
            <a:avLst>
              <a:gd name="adj1" fmla="val 4202656"/>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15919BB-D272-9E8C-D320-051F670FAEEC}"/>
              </a:ext>
            </a:extLst>
          </p:cNvPr>
          <p:cNvCxnSpPr/>
          <p:nvPr/>
        </p:nvCxnSpPr>
        <p:spPr>
          <a:xfrm>
            <a:off x="5189779" y="2316906"/>
            <a:ext cx="1434102"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BAA2D33-E694-CD95-3485-86AF8363EB14}"/>
              </a:ext>
            </a:extLst>
          </p:cNvPr>
          <p:cNvCxnSpPr>
            <a:cxnSpLocks/>
          </p:cNvCxnSpPr>
          <p:nvPr/>
        </p:nvCxnSpPr>
        <p:spPr>
          <a:xfrm flipH="1">
            <a:off x="5189779" y="2578542"/>
            <a:ext cx="1424732"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DFC0193-0C1D-6EDE-0991-770F5630E874}"/>
              </a:ext>
            </a:extLst>
          </p:cNvPr>
          <p:cNvSpPr txBox="1"/>
          <p:nvPr/>
        </p:nvSpPr>
        <p:spPr>
          <a:xfrm>
            <a:off x="5323296" y="1902697"/>
            <a:ext cx="1823110" cy="784327"/>
          </a:xfrm>
          <a:prstGeom prst="rect">
            <a:avLst/>
          </a:prstGeom>
          <a:noFill/>
        </p:spPr>
        <p:txBody>
          <a:bodyPr wrap="square" lIns="108000" tIns="108000" rIns="108000" bIns="108000" rtlCol="0">
            <a:noAutofit/>
          </a:bodyPr>
          <a:lstStyle/>
          <a:p>
            <a:r>
              <a:rPr lang="en-US" altLang="zh-CN" noProof="0" dirty="0">
                <a:solidFill>
                  <a:schemeClr val="bg2"/>
                </a:solidFill>
                <a:latin typeface="Arial" panose="020B0604020202020204" pitchFamily="34" charset="0"/>
                <a:cs typeface="Arial" panose="020B0604020202020204" pitchFamily="34" charset="0"/>
              </a:rPr>
              <a:t>Musical</a:t>
            </a:r>
          </a:p>
          <a:p>
            <a:endParaRPr lang="en-US" altLang="zh-CN" dirty="0">
              <a:solidFill>
                <a:schemeClr val="bg2"/>
              </a:solidFill>
              <a:latin typeface="Arial" panose="020B0604020202020204" pitchFamily="34" charset="0"/>
              <a:cs typeface="Arial" panose="020B0604020202020204" pitchFamily="34" charset="0"/>
            </a:endParaRPr>
          </a:p>
          <a:p>
            <a:r>
              <a:rPr lang="en-US" altLang="zh-CN" noProof="0" dirty="0">
                <a:solidFill>
                  <a:schemeClr val="bg2"/>
                </a:solidFill>
                <a:latin typeface="Arial" panose="020B0604020202020204" pitchFamily="34" charset="0"/>
                <a:cs typeface="Arial" panose="020B0604020202020204" pitchFamily="34" charset="0"/>
              </a:rPr>
              <a:t>Elements</a:t>
            </a:r>
            <a:endParaRPr lang="en-NL" noProof="0" dirty="0" err="1">
              <a:solidFill>
                <a:schemeClr val="bg2"/>
              </a:solidFill>
              <a:latin typeface="Arial" panose="020B0604020202020204" pitchFamily="34" charset="0"/>
              <a:cs typeface="Arial" panose="020B0604020202020204" pitchFamily="34" charset="0"/>
            </a:endParaRPr>
          </a:p>
        </p:txBody>
      </p:sp>
      <p:cxnSp>
        <p:nvCxnSpPr>
          <p:cNvPr id="39" name="Straight Arrow Connector 38">
            <a:extLst>
              <a:ext uri="{FF2B5EF4-FFF2-40B4-BE49-F238E27FC236}">
                <a16:creationId xmlns:a16="http://schemas.microsoft.com/office/drawing/2014/main" id="{3B41C6CC-4E92-D5AA-E7BC-CF8D621734EC}"/>
              </a:ext>
            </a:extLst>
          </p:cNvPr>
          <p:cNvCxnSpPr/>
          <p:nvPr/>
        </p:nvCxnSpPr>
        <p:spPr>
          <a:xfrm>
            <a:off x="8583526" y="3000982"/>
            <a:ext cx="864096" cy="0"/>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C5195934-FA99-4BB4-33ED-8D88CEBAF097}"/>
              </a:ext>
            </a:extLst>
          </p:cNvPr>
          <p:cNvSpPr/>
          <p:nvPr/>
        </p:nvSpPr>
        <p:spPr>
          <a:xfrm>
            <a:off x="9538315" y="2676946"/>
            <a:ext cx="1440160" cy="648072"/>
          </a:xfrm>
          <a:prstGeom prst="roundRect">
            <a:avLst/>
          </a:prstGeom>
          <a:solidFill>
            <a:schemeClr val="bg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cs typeface="Arial" panose="020B0604020202020204" pitchFamily="34" charset="0"/>
              </a:rPr>
              <a:t>Final Output</a:t>
            </a:r>
            <a:endParaRPr lang="en-N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5190730"/>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38F48-0F32-D7E4-4B2C-1D1B3E0A4A47}"/>
              </a:ext>
            </a:extLst>
          </p:cNvPr>
          <p:cNvSpPr>
            <a:spLocks noGrp="1"/>
          </p:cNvSpPr>
          <p:nvPr>
            <p:ph type="title"/>
          </p:nvPr>
        </p:nvSpPr>
        <p:spPr/>
        <p:txBody>
          <a:bodyPr/>
          <a:lstStyle/>
          <a:p>
            <a:r>
              <a:rPr lang="en-US" altLang="zh-CN" dirty="0"/>
              <a:t>Showcase</a:t>
            </a:r>
            <a:endParaRPr lang="en-NL" dirty="0"/>
          </a:p>
        </p:txBody>
      </p:sp>
      <p:sp>
        <p:nvSpPr>
          <p:cNvPr id="4" name="Slide Number Placeholder 3">
            <a:extLst>
              <a:ext uri="{FF2B5EF4-FFF2-40B4-BE49-F238E27FC236}">
                <a16:creationId xmlns:a16="http://schemas.microsoft.com/office/drawing/2014/main" id="{3601CC4A-898C-2C4A-C3C2-152DAF7601F3}"/>
              </a:ext>
            </a:extLst>
          </p:cNvPr>
          <p:cNvSpPr>
            <a:spLocks noGrp="1"/>
          </p:cNvSpPr>
          <p:nvPr>
            <p:ph type="sldNum" sz="quarter" idx="4"/>
          </p:nvPr>
        </p:nvSpPr>
        <p:spPr/>
        <p:txBody>
          <a:bodyPr/>
          <a:lstStyle/>
          <a:p>
            <a:fld id="{5EE7099E-8998-4851-915A-4F4831808297}" type="slidenum">
              <a:rPr lang="nl-NL" smtClean="0"/>
              <a:pPr/>
              <a:t>5</a:t>
            </a:fld>
            <a:endParaRPr lang="nl-NL"/>
          </a:p>
        </p:txBody>
      </p:sp>
    </p:spTree>
    <p:extLst>
      <p:ext uri="{BB962C8B-B14F-4D97-AF65-F5344CB8AC3E}">
        <p14:creationId xmlns:p14="http://schemas.microsoft.com/office/powerpoint/2010/main" val="722280757"/>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A3635-A134-8F62-529C-3527CFC259BB}"/>
              </a:ext>
            </a:extLst>
          </p:cNvPr>
          <p:cNvSpPr>
            <a:spLocks noGrp="1"/>
          </p:cNvSpPr>
          <p:nvPr>
            <p:ph type="title"/>
          </p:nvPr>
        </p:nvSpPr>
        <p:spPr/>
        <p:txBody>
          <a:bodyPr/>
          <a:lstStyle/>
          <a:p>
            <a:r>
              <a:rPr lang="en-US" altLang="zh-CN" dirty="0"/>
              <a:t>Implementation Details</a:t>
            </a:r>
            <a:endParaRPr lang="en-NL" dirty="0"/>
          </a:p>
        </p:txBody>
      </p:sp>
      <p:sp>
        <p:nvSpPr>
          <p:cNvPr id="3" name="Vertical Text Placeholder 2">
            <a:extLst>
              <a:ext uri="{FF2B5EF4-FFF2-40B4-BE49-F238E27FC236}">
                <a16:creationId xmlns:a16="http://schemas.microsoft.com/office/drawing/2014/main" id="{1D535DAA-5E2C-2AA3-B704-82AA811E6678}"/>
              </a:ext>
            </a:extLst>
          </p:cNvPr>
          <p:cNvSpPr>
            <a:spLocks noGrp="1"/>
          </p:cNvSpPr>
          <p:nvPr>
            <p:ph type="body" orient="vert" idx="1"/>
          </p:nvPr>
        </p:nvSpPr>
        <p:spPr/>
        <p:txBody>
          <a:bodyPr/>
          <a:lstStyle/>
          <a:p>
            <a:r>
              <a:rPr lang="en-US" dirty="0"/>
              <a:t>Customized </a:t>
            </a:r>
            <a:r>
              <a:rPr lang="en-US" altLang="zh-CN" dirty="0"/>
              <a:t>Music </a:t>
            </a:r>
            <a:r>
              <a:rPr lang="en-US" dirty="0"/>
              <a:t>Mix Function with Genetic Algorithm for Better Generation</a:t>
            </a:r>
          </a:p>
          <a:p>
            <a:r>
              <a:rPr lang="en-US" dirty="0"/>
              <a:t>Co-Creativity Evaluation Metrics</a:t>
            </a:r>
          </a:p>
          <a:p>
            <a:pPr lvl="1"/>
            <a:r>
              <a:rPr lang="en-US" dirty="0"/>
              <a:t>Duration: Extended </a:t>
            </a:r>
            <a:r>
              <a:rPr lang="en-US" dirty="0" err="1"/>
              <a:t>v.s</a:t>
            </a:r>
            <a:r>
              <a:rPr lang="en-US" dirty="0"/>
              <a:t> Radio Version</a:t>
            </a:r>
          </a:p>
          <a:p>
            <a:pPr lvl="1"/>
            <a:r>
              <a:rPr lang="en-US" dirty="0"/>
              <a:t>Mode Complexity</a:t>
            </a:r>
          </a:p>
          <a:p>
            <a:pPr lvl="1"/>
            <a:r>
              <a:rPr lang="en-US" dirty="0"/>
              <a:t>Chord Novelty</a:t>
            </a:r>
          </a:p>
          <a:p>
            <a:pPr lvl="1"/>
            <a:endParaRPr lang="en-US" dirty="0"/>
          </a:p>
          <a:p>
            <a:r>
              <a:rPr lang="en-US" dirty="0"/>
              <a:t>Human Feedback</a:t>
            </a:r>
          </a:p>
          <a:p>
            <a:pPr lvl="1"/>
            <a:r>
              <a:rPr lang="en-US" dirty="0"/>
              <a:t>6–8 participants</a:t>
            </a:r>
          </a:p>
          <a:p>
            <a:pPr marL="180975" lvl="1" indent="0">
              <a:buNone/>
            </a:pPr>
            <a:endParaRPr lang="en-US" dirty="0"/>
          </a:p>
        </p:txBody>
      </p:sp>
      <p:sp>
        <p:nvSpPr>
          <p:cNvPr id="4" name="Slide Number Placeholder 3">
            <a:extLst>
              <a:ext uri="{FF2B5EF4-FFF2-40B4-BE49-F238E27FC236}">
                <a16:creationId xmlns:a16="http://schemas.microsoft.com/office/drawing/2014/main" id="{038CEEA6-0676-C646-6123-1995D70C360A}"/>
              </a:ext>
            </a:extLst>
          </p:cNvPr>
          <p:cNvSpPr>
            <a:spLocks noGrp="1"/>
          </p:cNvSpPr>
          <p:nvPr>
            <p:ph type="sldNum" sz="quarter" idx="4"/>
          </p:nvPr>
        </p:nvSpPr>
        <p:spPr/>
        <p:txBody>
          <a:bodyPr/>
          <a:lstStyle/>
          <a:p>
            <a:fld id="{5EE7099E-8998-4851-915A-4F4831808297}" type="slidenum">
              <a:rPr lang="nl-NL" smtClean="0"/>
              <a:pPr/>
              <a:t>6</a:t>
            </a:fld>
            <a:endParaRPr lang="nl-NL"/>
          </a:p>
        </p:txBody>
      </p:sp>
    </p:spTree>
    <p:extLst>
      <p:ext uri="{BB962C8B-B14F-4D97-AF65-F5344CB8AC3E}">
        <p14:creationId xmlns:p14="http://schemas.microsoft.com/office/powerpoint/2010/main" val="199515763"/>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jdelijke aanduiding voor tekst 5"/>
          <p:cNvSpPr>
            <a:spLocks noGrp="1"/>
          </p:cNvSpPr>
          <p:nvPr>
            <p:ph type="body" sz="quarter" idx="12"/>
          </p:nvPr>
        </p:nvSpPr>
        <p:spPr/>
        <p:txBody>
          <a:bodyPr/>
          <a:lstStyle/>
          <a:p>
            <a:endParaRPr lang="nl-NL" dirty="0"/>
          </a:p>
        </p:txBody>
      </p:sp>
      <p:sp>
        <p:nvSpPr>
          <p:cNvPr id="10" name="AutoShape 6">
            <a:extLst>
              <a:ext uri="{FF2B5EF4-FFF2-40B4-BE49-F238E27FC236}">
                <a16:creationId xmlns:a16="http://schemas.microsoft.com/office/drawing/2014/main" id="{2F7BDBEF-26AA-E338-A69E-6278B2E49F13}"/>
              </a:ext>
            </a:extLst>
          </p:cNvPr>
          <p:cNvSpPr>
            <a:spLocks noChangeAspect="1" noChangeArrowheads="1"/>
          </p:cNvSpPr>
          <p:nvPr/>
        </p:nvSpPr>
        <p:spPr bwMode="auto">
          <a:xfrm>
            <a:off x="3570511" y="255148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pic>
        <p:nvPicPr>
          <p:cNvPr id="12" name="Graphic 11">
            <a:extLst>
              <a:ext uri="{FF2B5EF4-FFF2-40B4-BE49-F238E27FC236}">
                <a16:creationId xmlns:a16="http://schemas.microsoft.com/office/drawing/2014/main" id="{8851B07F-5261-7D44-8B40-2CFAEB2019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513" y="44624"/>
            <a:ext cx="1296144" cy="1296144"/>
          </a:xfrm>
          <a:prstGeom prst="rect">
            <a:avLst/>
          </a:prstGeom>
        </p:spPr>
      </p:pic>
      <p:pic>
        <p:nvPicPr>
          <p:cNvPr id="14" name="Graphic 13">
            <a:extLst>
              <a:ext uri="{FF2B5EF4-FFF2-40B4-BE49-F238E27FC236}">
                <a16:creationId xmlns:a16="http://schemas.microsoft.com/office/drawing/2014/main" id="{23662218-05C2-8328-6EDA-34A15D159C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8796" y="-8705"/>
            <a:ext cx="1323975" cy="1323975"/>
          </a:xfrm>
          <a:prstGeom prst="rect">
            <a:avLst/>
          </a:prstGeom>
        </p:spPr>
      </p:pic>
      <p:pic>
        <p:nvPicPr>
          <p:cNvPr id="16" name="Graphic 15">
            <a:extLst>
              <a:ext uri="{FF2B5EF4-FFF2-40B4-BE49-F238E27FC236}">
                <a16:creationId xmlns:a16="http://schemas.microsoft.com/office/drawing/2014/main" id="{11D36F56-90C8-8A84-84FC-B2ECEF9B027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98936" y="0"/>
            <a:ext cx="1323975" cy="1323975"/>
          </a:xfrm>
          <a:prstGeom prst="rect">
            <a:avLst/>
          </a:prstGeom>
        </p:spPr>
      </p:pic>
      <p:pic>
        <p:nvPicPr>
          <p:cNvPr id="18" name="Graphic 17">
            <a:extLst>
              <a:ext uri="{FF2B5EF4-FFF2-40B4-BE49-F238E27FC236}">
                <a16:creationId xmlns:a16="http://schemas.microsoft.com/office/drawing/2014/main" id="{89C8564E-D06D-52DC-1C44-67B43E2B4AF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59076" y="32225"/>
            <a:ext cx="1323975" cy="1323975"/>
          </a:xfrm>
          <a:prstGeom prst="rect">
            <a:avLst/>
          </a:prstGeom>
        </p:spPr>
      </p:pic>
      <p:pic>
        <p:nvPicPr>
          <p:cNvPr id="20" name="Graphic 19">
            <a:extLst>
              <a:ext uri="{FF2B5EF4-FFF2-40B4-BE49-F238E27FC236}">
                <a16:creationId xmlns:a16="http://schemas.microsoft.com/office/drawing/2014/main" id="{A34FF9A6-E576-66FB-3667-03F20C6D0F5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855381" y="13716"/>
            <a:ext cx="1323975" cy="1323975"/>
          </a:xfrm>
          <a:prstGeom prst="rect">
            <a:avLst/>
          </a:prstGeom>
        </p:spPr>
      </p:pic>
      <p:sp>
        <p:nvSpPr>
          <p:cNvPr id="2" name="TextBox 1">
            <a:extLst>
              <a:ext uri="{FF2B5EF4-FFF2-40B4-BE49-F238E27FC236}">
                <a16:creationId xmlns:a16="http://schemas.microsoft.com/office/drawing/2014/main" id="{83195FDB-B94F-53B7-0204-D64B938B62D1}"/>
              </a:ext>
            </a:extLst>
          </p:cNvPr>
          <p:cNvSpPr txBox="1"/>
          <p:nvPr/>
        </p:nvSpPr>
        <p:spPr>
          <a:xfrm>
            <a:off x="1346647" y="1975421"/>
            <a:ext cx="6512670" cy="1152127"/>
          </a:xfrm>
          <a:prstGeom prst="rect">
            <a:avLst/>
          </a:prstGeom>
          <a:noFill/>
        </p:spPr>
        <p:txBody>
          <a:bodyPr wrap="square" lIns="108000" tIns="108000" rIns="108000" bIns="108000" rtlCol="0">
            <a:noAutofit/>
          </a:bodyPr>
          <a:lstStyle/>
          <a:p>
            <a:r>
              <a:rPr lang="en-US" sz="4000" noProof="0" dirty="0">
                <a:solidFill>
                  <a:schemeClr val="bg1"/>
                </a:solidFill>
                <a:latin typeface="Times New Roman" panose="02020603050405020304" pitchFamily="18" charset="0"/>
                <a:cs typeface="Times New Roman" panose="02020603050405020304" pitchFamily="18" charset="0"/>
              </a:rPr>
              <a:t>Thank you for your attention!</a:t>
            </a:r>
            <a:endParaRPr lang="en-NL" sz="4000" noProof="0" dirty="0" err="1">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6029914"/>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abce83e47c546ff6ac1b4b362eaa37f0f7a52c"/>
</p:tagLst>
</file>

<file path=ppt/theme/theme1.xml><?xml version="1.0" encoding="utf-8"?>
<a:theme xmlns:a="http://schemas.openxmlformats.org/drawingml/2006/main" name="Corporate template-set Universiteit Leiden">
  <a:themeElements>
    <a:clrScheme name="Universiteit Leiden">
      <a:dk1>
        <a:srgbClr val="000000"/>
      </a:dk1>
      <a:lt1>
        <a:srgbClr val="FFFFFF"/>
      </a:lt1>
      <a:dk2>
        <a:srgbClr val="8592BC"/>
      </a:dk2>
      <a:lt2>
        <a:srgbClr val="001158"/>
      </a:lt2>
      <a:accent1>
        <a:srgbClr val="9EBA2E"/>
      </a:accent1>
      <a:accent2>
        <a:srgbClr val="5CB1EB"/>
      </a:accent2>
      <a:accent3>
        <a:srgbClr val="34A3A9"/>
      </a:accent3>
      <a:accent4>
        <a:srgbClr val="F46E32"/>
      </a:accent4>
      <a:accent5>
        <a:srgbClr val="2C712D"/>
      </a:accent5>
      <a:accent6>
        <a:srgbClr val="B02079"/>
      </a:accent6>
      <a:hlink>
        <a:srgbClr val="0033CC"/>
      </a:hlink>
      <a:folHlink>
        <a:srgbClr val="7030A0"/>
      </a:folHlink>
    </a:clrScheme>
    <a:fontScheme name="Universiteit Leiden">
      <a:majorFont>
        <a:latin typeface="Georgia"/>
        <a:ea typeface=""/>
        <a:cs typeface=""/>
      </a:majorFont>
      <a:minorFont>
        <a:latin typeface="Georgi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08000" tIns="108000" rIns="108000" bIns="108000" rtlCol="0">
        <a:noAutofit/>
      </a:bodyPr>
      <a:lstStyle>
        <a:defPPr>
          <a:defRPr noProof="0" dirty="0" err="1" smtClean="0">
            <a:solidFill>
              <a:schemeClr val="bg2"/>
            </a:solidFill>
          </a:defRPr>
        </a:defPPr>
      </a:lstStyle>
    </a:txDef>
  </a:objectDefaults>
  <a:extraClrSchemeLst/>
  <a:extLst>
    <a:ext uri="{05A4C25C-085E-4340-85A3-A5531E510DB2}">
      <thm15:themeFamily xmlns:thm15="http://schemas.microsoft.com/office/thememl/2012/main" name="16-9-windows-en-met-slidenr.potx" id="{AFEA357D-D7A1-4093-8F37-2903EA1E32B4}" vid="{CE1BFD01-A7D4-4F03-8ED9-8F286D333555}"/>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8E77E9BB20574C88F1A51905EBD0AF" ma:contentTypeVersion="2" ma:contentTypeDescription="Create a new document." ma:contentTypeScope="" ma:versionID="2fd0fa924a9e82cd60e1feff1e189b11">
  <xsd:schema xmlns:xsd="http://www.w3.org/2001/XMLSchema" xmlns:xs="http://www.w3.org/2001/XMLSchema" xmlns:p="http://schemas.microsoft.com/office/2006/metadata/properties" xmlns:ns2="01a1795b-c314-4f6e-9e61-ae7877c66689" targetNamespace="http://schemas.microsoft.com/office/2006/metadata/properties" ma:root="true" ma:fieldsID="312e5ddb972235c6e69e0cbbfcd395b3" ns2:_="">
    <xsd:import namespace="01a1795b-c314-4f6e-9e61-ae7877c66689"/>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a1795b-c314-4f6e-9e61-ae7877c666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2D4775-B13D-4BD4-89B1-2E5B7CFBB17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6ABCAEF-D5A0-4535-AD83-587F03E189BF}">
  <ds:schemaRefs>
    <ds:schemaRef ds:uri="http://schemas.microsoft.com/sharepoint/v3/contenttype/forms"/>
  </ds:schemaRefs>
</ds:datastoreItem>
</file>

<file path=customXml/itemProps3.xml><?xml version="1.0" encoding="utf-8"?>
<ds:datastoreItem xmlns:ds="http://schemas.openxmlformats.org/officeDocument/2006/customXml" ds:itemID="{0589FBFB-9829-4960-B574-BA25F32F53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a1795b-c314-4f6e-9e61-ae7877c666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16-9-windows-en-met-slidenr</Template>
  <TotalTime>3980</TotalTime>
  <Words>637</Words>
  <Application>Microsoft Office PowerPoint</Application>
  <PresentationFormat>Custom</PresentationFormat>
  <Paragraphs>66</Paragraphs>
  <Slides>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Georgia</vt:lpstr>
      <vt:lpstr>Minion</vt:lpstr>
      <vt:lpstr>Arial</vt:lpstr>
      <vt:lpstr>Times New Roman</vt:lpstr>
      <vt:lpstr>Corporate template-set Universiteit Leiden</vt:lpstr>
      <vt:lpstr>COMIX: A Co-Creative Music Mixing System Bridging AI Generation and Human Control </vt:lpstr>
      <vt:lpstr>Problem with End-to-End Generation</vt:lpstr>
      <vt:lpstr>Problem with End-to-End Generation</vt:lpstr>
      <vt:lpstr>Our Motivation</vt:lpstr>
      <vt:lpstr>System Architecture Overview</vt:lpstr>
      <vt:lpstr>Showcase</vt:lpstr>
      <vt:lpstr>Implementation Details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Shen, X. (Phillip)</dc:creator>
  <cp:lastModifiedBy>Shen, X. (Phillip)</cp:lastModifiedBy>
  <cp:revision>157</cp:revision>
  <dcterms:created xsi:type="dcterms:W3CDTF">2025-03-22T18:34:22Z</dcterms:created>
  <dcterms:modified xsi:type="dcterms:W3CDTF">2025-11-17T16:54:35Z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0x010100798E77E9BB20574C88F1A51905EBD0AF</vt:lpwstr>
  </property>
</Properties>
</file>